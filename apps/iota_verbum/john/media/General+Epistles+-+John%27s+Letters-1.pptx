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7" r:id="rId4"/>
    <p:sldId id="259" r:id="rId5"/>
    <p:sldId id="290" r:id="rId6"/>
    <p:sldId id="260" r:id="rId7"/>
    <p:sldId id="269" r:id="rId8"/>
    <p:sldId id="261" r:id="rId9"/>
    <p:sldId id="262" r:id="rId10"/>
    <p:sldId id="263" r:id="rId11"/>
    <p:sldId id="289" r:id="rId12"/>
    <p:sldId id="266" r:id="rId13"/>
    <p:sldId id="273" r:id="rId14"/>
    <p:sldId id="271" r:id="rId15"/>
    <p:sldId id="285" r:id="rId16"/>
    <p:sldId id="272" r:id="rId17"/>
    <p:sldId id="278" r:id="rId18"/>
    <p:sldId id="279" r:id="rId19"/>
    <p:sldId id="280" r:id="rId20"/>
    <p:sldId id="282" r:id="rId21"/>
    <p:sldId id="283" r:id="rId22"/>
    <p:sldId id="284" r:id="rId23"/>
    <p:sldId id="287" r:id="rId24"/>
    <p:sldId id="2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B44A32D-A1BD-461F-87B4-D3E05D1E576A}">
          <p14:sldIdLst>
            <p14:sldId id="257"/>
            <p14:sldId id="258"/>
            <p14:sldId id="267"/>
            <p14:sldId id="259"/>
            <p14:sldId id="290"/>
            <p14:sldId id="260"/>
            <p14:sldId id="269"/>
            <p14:sldId id="261"/>
            <p14:sldId id="262"/>
            <p14:sldId id="263"/>
            <p14:sldId id="289"/>
            <p14:sldId id="266"/>
            <p14:sldId id="273"/>
            <p14:sldId id="271"/>
            <p14:sldId id="285"/>
            <p14:sldId id="272"/>
            <p14:sldId id="278"/>
            <p14:sldId id="279"/>
            <p14:sldId id="280"/>
            <p14:sldId id="282"/>
            <p14:sldId id="283"/>
            <p14:sldId id="284"/>
            <p14:sldId id="287"/>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DDBE80-2EB3-4799-80B2-C2E838678065}" v="6" dt="2019-03-13T08:57:50.0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6" autoAdjust="0"/>
    <p:restoredTop sz="94660"/>
  </p:normalViewPr>
  <p:slideViewPr>
    <p:cSldViewPr snapToGrid="0">
      <p:cViewPr varScale="1">
        <p:scale>
          <a:sx n="75" d="100"/>
          <a:sy n="75" d="100"/>
        </p:scale>
        <p:origin x="54"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Smuts" userId="28f6b4786cb91cf5" providerId="LiveId" clId="{64DDBE80-2EB3-4799-80B2-C2E838678065}"/>
    <pc:docChg chg="undo custSel addSld delSld modSld modSection">
      <pc:chgData name="P. Smuts" userId="28f6b4786cb91cf5" providerId="LiveId" clId="{64DDBE80-2EB3-4799-80B2-C2E838678065}" dt="2019-03-18T15:18:31.541" v="1369" actId="20577"/>
      <pc:docMkLst>
        <pc:docMk/>
      </pc:docMkLst>
      <pc:sldChg chg="modSp">
        <pc:chgData name="P. Smuts" userId="28f6b4786cb91cf5" providerId="LiveId" clId="{64DDBE80-2EB3-4799-80B2-C2E838678065}" dt="2019-03-13T07:33:09.946" v="124" actId="20577"/>
        <pc:sldMkLst>
          <pc:docMk/>
          <pc:sldMk cId="2417270671" sldId="257"/>
        </pc:sldMkLst>
        <pc:spChg chg="mod">
          <ac:chgData name="P. Smuts" userId="28f6b4786cb91cf5" providerId="LiveId" clId="{64DDBE80-2EB3-4799-80B2-C2E838678065}" dt="2019-03-13T07:33:09.946" v="124" actId="20577"/>
          <ac:spMkLst>
            <pc:docMk/>
            <pc:sldMk cId="2417270671" sldId="257"/>
            <ac:spMk id="2" creationId="{00000000-0000-0000-0000-000000000000}"/>
          </ac:spMkLst>
        </pc:spChg>
        <pc:spChg chg="mod">
          <ac:chgData name="P. Smuts" userId="28f6b4786cb91cf5" providerId="LiveId" clId="{64DDBE80-2EB3-4799-80B2-C2E838678065}" dt="2019-03-13T07:30:46.854" v="69" actId="20577"/>
          <ac:spMkLst>
            <pc:docMk/>
            <pc:sldMk cId="2417270671" sldId="257"/>
            <ac:spMk id="3" creationId="{00000000-0000-0000-0000-000000000000}"/>
          </ac:spMkLst>
        </pc:spChg>
      </pc:sldChg>
      <pc:sldChg chg="modSp">
        <pc:chgData name="P. Smuts" userId="28f6b4786cb91cf5" providerId="LiveId" clId="{64DDBE80-2EB3-4799-80B2-C2E838678065}" dt="2019-03-13T07:33:00.497" v="109" actId="20577"/>
        <pc:sldMkLst>
          <pc:docMk/>
          <pc:sldMk cId="1395662711" sldId="258"/>
        </pc:sldMkLst>
        <pc:spChg chg="mod">
          <ac:chgData name="P. Smuts" userId="28f6b4786cb91cf5" providerId="LiveId" clId="{64DDBE80-2EB3-4799-80B2-C2E838678065}" dt="2019-03-13T07:33:00.497" v="109" actId="20577"/>
          <ac:spMkLst>
            <pc:docMk/>
            <pc:sldMk cId="1395662711" sldId="258"/>
            <ac:spMk id="5" creationId="{00000000-0000-0000-0000-000000000000}"/>
          </ac:spMkLst>
        </pc:spChg>
      </pc:sldChg>
      <pc:sldChg chg="modSp">
        <pc:chgData name="P. Smuts" userId="28f6b4786cb91cf5" providerId="LiveId" clId="{64DDBE80-2EB3-4799-80B2-C2E838678065}" dt="2019-03-18T14:54:57.890" v="1109" actId="20577"/>
        <pc:sldMkLst>
          <pc:docMk/>
          <pc:sldMk cId="3858237519" sldId="259"/>
        </pc:sldMkLst>
        <pc:spChg chg="mod">
          <ac:chgData name="P. Smuts" userId="28f6b4786cb91cf5" providerId="LiveId" clId="{64DDBE80-2EB3-4799-80B2-C2E838678065}" dt="2019-03-18T14:54:57.890" v="1109" actId="20577"/>
          <ac:spMkLst>
            <pc:docMk/>
            <pc:sldMk cId="3858237519" sldId="259"/>
            <ac:spMk id="3" creationId="{00000000-0000-0000-0000-000000000000}"/>
          </ac:spMkLst>
        </pc:spChg>
        <pc:spChg chg="mod">
          <ac:chgData name="P. Smuts" userId="28f6b4786cb91cf5" providerId="LiveId" clId="{64DDBE80-2EB3-4799-80B2-C2E838678065}" dt="2019-03-13T07:34:40.934" v="152" actId="20577"/>
          <ac:spMkLst>
            <pc:docMk/>
            <pc:sldMk cId="3858237519" sldId="259"/>
            <ac:spMk id="5" creationId="{00000000-0000-0000-0000-000000000000}"/>
          </ac:spMkLst>
        </pc:spChg>
        <pc:picChg chg="mod">
          <ac:chgData name="P. Smuts" userId="28f6b4786cb91cf5" providerId="LiveId" clId="{64DDBE80-2EB3-4799-80B2-C2E838678065}" dt="2019-03-13T07:34:44.312" v="153" actId="1076"/>
          <ac:picMkLst>
            <pc:docMk/>
            <pc:sldMk cId="3858237519" sldId="259"/>
            <ac:picMk id="7" creationId="{00000000-0000-0000-0000-000000000000}"/>
          </ac:picMkLst>
        </pc:picChg>
      </pc:sldChg>
      <pc:sldChg chg="modSp">
        <pc:chgData name="P. Smuts" userId="28f6b4786cb91cf5" providerId="LiveId" clId="{64DDBE80-2EB3-4799-80B2-C2E838678065}" dt="2019-03-18T14:56:04.093" v="1163" actId="20577"/>
        <pc:sldMkLst>
          <pc:docMk/>
          <pc:sldMk cId="3562288799" sldId="260"/>
        </pc:sldMkLst>
        <pc:spChg chg="mod">
          <ac:chgData name="P. Smuts" userId="28f6b4786cb91cf5" providerId="LiveId" clId="{64DDBE80-2EB3-4799-80B2-C2E838678065}" dt="2019-03-18T14:56:04.093" v="1163" actId="20577"/>
          <ac:spMkLst>
            <pc:docMk/>
            <pc:sldMk cId="3562288799" sldId="260"/>
            <ac:spMk id="3" creationId="{00000000-0000-0000-0000-000000000000}"/>
          </ac:spMkLst>
        </pc:spChg>
        <pc:spChg chg="mod">
          <ac:chgData name="P. Smuts" userId="28f6b4786cb91cf5" providerId="LiveId" clId="{64DDBE80-2EB3-4799-80B2-C2E838678065}" dt="2019-03-13T07:39:01.517" v="254" actId="20577"/>
          <ac:spMkLst>
            <pc:docMk/>
            <pc:sldMk cId="3562288799" sldId="260"/>
            <ac:spMk id="5" creationId="{00000000-0000-0000-0000-000000000000}"/>
          </ac:spMkLst>
        </pc:spChg>
      </pc:sldChg>
      <pc:sldChg chg="modSp">
        <pc:chgData name="P. Smuts" userId="28f6b4786cb91cf5" providerId="LiveId" clId="{64DDBE80-2EB3-4799-80B2-C2E838678065}" dt="2019-03-18T15:00:20.115" v="1225" actId="20577"/>
        <pc:sldMkLst>
          <pc:docMk/>
          <pc:sldMk cId="605028942" sldId="261"/>
        </pc:sldMkLst>
        <pc:spChg chg="mod">
          <ac:chgData name="P. Smuts" userId="28f6b4786cb91cf5" providerId="LiveId" clId="{64DDBE80-2EB3-4799-80B2-C2E838678065}" dt="2019-03-18T15:00:20.115" v="1225" actId="20577"/>
          <ac:spMkLst>
            <pc:docMk/>
            <pc:sldMk cId="605028942" sldId="261"/>
            <ac:spMk id="3" creationId="{00000000-0000-0000-0000-000000000000}"/>
          </ac:spMkLst>
        </pc:spChg>
        <pc:spChg chg="mod">
          <ac:chgData name="P. Smuts" userId="28f6b4786cb91cf5" providerId="LiveId" clId="{64DDBE80-2EB3-4799-80B2-C2E838678065}" dt="2019-03-13T07:43:18.848" v="317" actId="20577"/>
          <ac:spMkLst>
            <pc:docMk/>
            <pc:sldMk cId="605028942" sldId="261"/>
            <ac:spMk id="5" creationId="{00000000-0000-0000-0000-000000000000}"/>
          </ac:spMkLst>
        </pc:spChg>
        <pc:picChg chg="mod">
          <ac:chgData name="P. Smuts" userId="28f6b4786cb91cf5" providerId="LiveId" clId="{64DDBE80-2EB3-4799-80B2-C2E838678065}" dt="2019-03-13T07:43:27.185" v="321" actId="1076"/>
          <ac:picMkLst>
            <pc:docMk/>
            <pc:sldMk cId="605028942" sldId="261"/>
            <ac:picMk id="7" creationId="{00000000-0000-0000-0000-000000000000}"/>
          </ac:picMkLst>
        </pc:picChg>
      </pc:sldChg>
      <pc:sldChg chg="modSp">
        <pc:chgData name="P. Smuts" userId="28f6b4786cb91cf5" providerId="LiveId" clId="{64DDBE80-2EB3-4799-80B2-C2E838678065}" dt="2019-03-18T15:00:52.997" v="1246" actId="20577"/>
        <pc:sldMkLst>
          <pc:docMk/>
          <pc:sldMk cId="2609392858" sldId="262"/>
        </pc:sldMkLst>
        <pc:spChg chg="mod">
          <ac:chgData name="P. Smuts" userId="28f6b4786cb91cf5" providerId="LiveId" clId="{64DDBE80-2EB3-4799-80B2-C2E838678065}" dt="2019-03-18T15:00:52.997" v="1246" actId="20577"/>
          <ac:spMkLst>
            <pc:docMk/>
            <pc:sldMk cId="2609392858" sldId="262"/>
            <ac:spMk id="3" creationId="{00000000-0000-0000-0000-000000000000}"/>
          </ac:spMkLst>
        </pc:spChg>
        <pc:spChg chg="mod">
          <ac:chgData name="P. Smuts" userId="28f6b4786cb91cf5" providerId="LiveId" clId="{64DDBE80-2EB3-4799-80B2-C2E838678065}" dt="2019-03-13T07:44:31.739" v="362" actId="20577"/>
          <ac:spMkLst>
            <pc:docMk/>
            <pc:sldMk cId="2609392858" sldId="262"/>
            <ac:spMk id="5" creationId="{00000000-0000-0000-0000-000000000000}"/>
          </ac:spMkLst>
        </pc:spChg>
        <pc:picChg chg="mod">
          <ac:chgData name="P. Smuts" userId="28f6b4786cb91cf5" providerId="LiveId" clId="{64DDBE80-2EB3-4799-80B2-C2E838678065}" dt="2019-03-13T07:44:46.891" v="371" actId="1076"/>
          <ac:picMkLst>
            <pc:docMk/>
            <pc:sldMk cId="2609392858" sldId="262"/>
            <ac:picMk id="7" creationId="{00000000-0000-0000-0000-000000000000}"/>
          </ac:picMkLst>
        </pc:picChg>
      </pc:sldChg>
      <pc:sldChg chg="modSp">
        <pc:chgData name="P. Smuts" userId="28f6b4786cb91cf5" providerId="LiveId" clId="{64DDBE80-2EB3-4799-80B2-C2E838678065}" dt="2019-03-18T15:03:08.723" v="1286" actId="20577"/>
        <pc:sldMkLst>
          <pc:docMk/>
          <pc:sldMk cId="4194630824" sldId="263"/>
        </pc:sldMkLst>
        <pc:spChg chg="mod">
          <ac:chgData name="P. Smuts" userId="28f6b4786cb91cf5" providerId="LiveId" clId="{64DDBE80-2EB3-4799-80B2-C2E838678065}" dt="2019-03-18T15:03:08.723" v="1286" actId="20577"/>
          <ac:spMkLst>
            <pc:docMk/>
            <pc:sldMk cId="4194630824" sldId="263"/>
            <ac:spMk id="3" creationId="{00000000-0000-0000-0000-000000000000}"/>
          </ac:spMkLst>
        </pc:spChg>
        <pc:spChg chg="mod">
          <ac:chgData name="P. Smuts" userId="28f6b4786cb91cf5" providerId="LiveId" clId="{64DDBE80-2EB3-4799-80B2-C2E838678065}" dt="2019-03-13T07:45:39.723" v="402" actId="20577"/>
          <ac:spMkLst>
            <pc:docMk/>
            <pc:sldMk cId="4194630824" sldId="263"/>
            <ac:spMk id="5" creationId="{00000000-0000-0000-0000-000000000000}"/>
          </ac:spMkLst>
        </pc:spChg>
        <pc:picChg chg="mod">
          <ac:chgData name="P. Smuts" userId="28f6b4786cb91cf5" providerId="LiveId" clId="{64DDBE80-2EB3-4799-80B2-C2E838678065}" dt="2019-03-13T07:45:43.758" v="403" actId="1076"/>
          <ac:picMkLst>
            <pc:docMk/>
            <pc:sldMk cId="4194630824" sldId="263"/>
            <ac:picMk id="7" creationId="{00000000-0000-0000-0000-000000000000}"/>
          </ac:picMkLst>
        </pc:picChg>
      </pc:sldChg>
      <pc:sldChg chg="modSp">
        <pc:chgData name="P. Smuts" userId="28f6b4786cb91cf5" providerId="LiveId" clId="{64DDBE80-2EB3-4799-80B2-C2E838678065}" dt="2019-03-13T09:04:27.600" v="1038" actId="20577"/>
        <pc:sldMkLst>
          <pc:docMk/>
          <pc:sldMk cId="1908262071" sldId="265"/>
        </pc:sldMkLst>
        <pc:spChg chg="mod">
          <ac:chgData name="P. Smuts" userId="28f6b4786cb91cf5" providerId="LiveId" clId="{64DDBE80-2EB3-4799-80B2-C2E838678065}" dt="2019-03-13T09:04:27.600" v="1038" actId="20577"/>
          <ac:spMkLst>
            <pc:docMk/>
            <pc:sldMk cId="1908262071" sldId="265"/>
            <ac:spMk id="5" creationId="{00000000-0000-0000-0000-000000000000}"/>
          </ac:spMkLst>
        </pc:spChg>
      </pc:sldChg>
      <pc:sldChg chg="modSp">
        <pc:chgData name="P. Smuts" userId="28f6b4786cb91cf5" providerId="LiveId" clId="{64DDBE80-2EB3-4799-80B2-C2E838678065}" dt="2019-03-18T15:04:59.889" v="1342" actId="20577"/>
        <pc:sldMkLst>
          <pc:docMk/>
          <pc:sldMk cId="477585659" sldId="266"/>
        </pc:sldMkLst>
        <pc:spChg chg="mod">
          <ac:chgData name="P. Smuts" userId="28f6b4786cb91cf5" providerId="LiveId" clId="{64DDBE80-2EB3-4799-80B2-C2E838678065}" dt="2019-03-18T15:04:59.889" v="1342" actId="20577"/>
          <ac:spMkLst>
            <pc:docMk/>
            <pc:sldMk cId="477585659" sldId="266"/>
            <ac:spMk id="3" creationId="{00000000-0000-0000-0000-000000000000}"/>
          </ac:spMkLst>
        </pc:spChg>
        <pc:spChg chg="mod">
          <ac:chgData name="P. Smuts" userId="28f6b4786cb91cf5" providerId="LiveId" clId="{64DDBE80-2EB3-4799-80B2-C2E838678065}" dt="2019-03-13T08:57:43.083" v="491" actId="20577"/>
          <ac:spMkLst>
            <pc:docMk/>
            <pc:sldMk cId="477585659" sldId="266"/>
            <ac:spMk id="5" creationId="{00000000-0000-0000-0000-000000000000}"/>
          </ac:spMkLst>
        </pc:spChg>
      </pc:sldChg>
      <pc:sldChg chg="modSp">
        <pc:chgData name="P. Smuts" userId="28f6b4786cb91cf5" providerId="LiveId" clId="{64DDBE80-2EB3-4799-80B2-C2E838678065}" dt="2019-03-18T14:54:22.336" v="1072" actId="20577"/>
        <pc:sldMkLst>
          <pc:docMk/>
          <pc:sldMk cId="3072169766" sldId="267"/>
        </pc:sldMkLst>
        <pc:spChg chg="mod">
          <ac:chgData name="P. Smuts" userId="28f6b4786cb91cf5" providerId="LiveId" clId="{64DDBE80-2EB3-4799-80B2-C2E838678065}" dt="2019-03-18T14:54:22.336" v="1072" actId="20577"/>
          <ac:spMkLst>
            <pc:docMk/>
            <pc:sldMk cId="3072169766" sldId="267"/>
            <ac:spMk id="3" creationId="{00000000-0000-0000-0000-000000000000}"/>
          </ac:spMkLst>
        </pc:spChg>
        <pc:spChg chg="mod">
          <ac:chgData name="P. Smuts" userId="28f6b4786cb91cf5" providerId="LiveId" clId="{64DDBE80-2EB3-4799-80B2-C2E838678065}" dt="2019-03-13T07:32:52.040" v="90" actId="20577"/>
          <ac:spMkLst>
            <pc:docMk/>
            <pc:sldMk cId="3072169766" sldId="267"/>
            <ac:spMk id="5" creationId="{00000000-0000-0000-0000-000000000000}"/>
          </ac:spMkLst>
        </pc:spChg>
        <pc:picChg chg="mod">
          <ac:chgData name="P. Smuts" userId="28f6b4786cb91cf5" providerId="LiveId" clId="{64DDBE80-2EB3-4799-80B2-C2E838678065}" dt="2019-03-13T07:33:19.670" v="125" actId="1076"/>
          <ac:picMkLst>
            <pc:docMk/>
            <pc:sldMk cId="3072169766" sldId="267"/>
            <ac:picMk id="7" creationId="{00000000-0000-0000-0000-000000000000}"/>
          </ac:picMkLst>
        </pc:picChg>
      </pc:sldChg>
      <pc:sldChg chg="modSp">
        <pc:chgData name="P. Smuts" userId="28f6b4786cb91cf5" providerId="LiveId" clId="{64DDBE80-2EB3-4799-80B2-C2E838678065}" dt="2019-03-18T15:18:31.541" v="1369" actId="20577"/>
        <pc:sldMkLst>
          <pc:docMk/>
          <pc:sldMk cId="1414948519" sldId="269"/>
        </pc:sldMkLst>
        <pc:spChg chg="mod">
          <ac:chgData name="P. Smuts" userId="28f6b4786cb91cf5" providerId="LiveId" clId="{64DDBE80-2EB3-4799-80B2-C2E838678065}" dt="2019-03-18T15:18:31.541" v="1369" actId="20577"/>
          <ac:spMkLst>
            <pc:docMk/>
            <pc:sldMk cId="1414948519" sldId="269"/>
            <ac:spMk id="3" creationId="{00000000-0000-0000-0000-000000000000}"/>
          </ac:spMkLst>
        </pc:spChg>
        <pc:spChg chg="mod">
          <ac:chgData name="P. Smuts" userId="28f6b4786cb91cf5" providerId="LiveId" clId="{64DDBE80-2EB3-4799-80B2-C2E838678065}" dt="2019-03-13T07:40:49.587" v="274" actId="20577"/>
          <ac:spMkLst>
            <pc:docMk/>
            <pc:sldMk cId="1414948519" sldId="269"/>
            <ac:spMk id="5" creationId="{00000000-0000-0000-0000-000000000000}"/>
          </ac:spMkLst>
        </pc:spChg>
      </pc:sldChg>
      <pc:sldChg chg="modSp">
        <pc:chgData name="P. Smuts" userId="28f6b4786cb91cf5" providerId="LiveId" clId="{64DDBE80-2EB3-4799-80B2-C2E838678065}" dt="2019-03-13T08:59:12.915" v="549" actId="20577"/>
        <pc:sldMkLst>
          <pc:docMk/>
          <pc:sldMk cId="4097916989" sldId="271"/>
        </pc:sldMkLst>
        <pc:spChg chg="mod">
          <ac:chgData name="P. Smuts" userId="28f6b4786cb91cf5" providerId="LiveId" clId="{64DDBE80-2EB3-4799-80B2-C2E838678065}" dt="2019-03-13T08:59:12.915" v="549" actId="20577"/>
          <ac:spMkLst>
            <pc:docMk/>
            <pc:sldMk cId="4097916989" sldId="271"/>
            <ac:spMk id="3" creationId="{00000000-0000-0000-0000-000000000000}"/>
          </ac:spMkLst>
        </pc:spChg>
        <pc:spChg chg="mod">
          <ac:chgData name="P. Smuts" userId="28f6b4786cb91cf5" providerId="LiveId" clId="{64DDBE80-2EB3-4799-80B2-C2E838678065}" dt="2019-03-13T08:58:49.900" v="529" actId="20577"/>
          <ac:spMkLst>
            <pc:docMk/>
            <pc:sldMk cId="4097916989" sldId="271"/>
            <ac:spMk id="5" creationId="{00000000-0000-0000-0000-000000000000}"/>
          </ac:spMkLst>
        </pc:spChg>
        <pc:picChg chg="mod">
          <ac:chgData name="P. Smuts" userId="28f6b4786cb91cf5" providerId="LiveId" clId="{64DDBE80-2EB3-4799-80B2-C2E838678065}" dt="2019-03-13T08:58:53.466" v="530" actId="1076"/>
          <ac:picMkLst>
            <pc:docMk/>
            <pc:sldMk cId="4097916989" sldId="271"/>
            <ac:picMk id="7" creationId="{00000000-0000-0000-0000-000000000000}"/>
          </ac:picMkLst>
        </pc:picChg>
      </pc:sldChg>
      <pc:sldChg chg="modSp">
        <pc:chgData name="P. Smuts" userId="28f6b4786cb91cf5" providerId="LiveId" clId="{64DDBE80-2EB3-4799-80B2-C2E838678065}" dt="2019-03-13T08:59:52.654" v="677" actId="20577"/>
        <pc:sldMkLst>
          <pc:docMk/>
          <pc:sldMk cId="4232760140" sldId="272"/>
        </pc:sldMkLst>
        <pc:spChg chg="mod">
          <ac:chgData name="P. Smuts" userId="28f6b4786cb91cf5" providerId="LiveId" clId="{64DDBE80-2EB3-4799-80B2-C2E838678065}" dt="2019-03-13T08:59:52.654" v="677" actId="20577"/>
          <ac:spMkLst>
            <pc:docMk/>
            <pc:sldMk cId="4232760140" sldId="272"/>
            <ac:spMk id="3" creationId="{00000000-0000-0000-0000-000000000000}"/>
          </ac:spMkLst>
        </pc:spChg>
        <pc:spChg chg="mod">
          <ac:chgData name="P. Smuts" userId="28f6b4786cb91cf5" providerId="LiveId" clId="{64DDBE80-2EB3-4799-80B2-C2E838678065}" dt="2019-03-13T08:59:38.510" v="587" actId="20577"/>
          <ac:spMkLst>
            <pc:docMk/>
            <pc:sldMk cId="4232760140" sldId="272"/>
            <ac:spMk id="5" creationId="{00000000-0000-0000-0000-000000000000}"/>
          </ac:spMkLst>
        </pc:spChg>
        <pc:picChg chg="mod">
          <ac:chgData name="P. Smuts" userId="28f6b4786cb91cf5" providerId="LiveId" clId="{64DDBE80-2EB3-4799-80B2-C2E838678065}" dt="2019-03-13T08:59:42.448" v="588" actId="1076"/>
          <ac:picMkLst>
            <pc:docMk/>
            <pc:sldMk cId="4232760140" sldId="272"/>
            <ac:picMk id="7" creationId="{00000000-0000-0000-0000-000000000000}"/>
          </ac:picMkLst>
        </pc:picChg>
      </pc:sldChg>
      <pc:sldChg chg="modSp">
        <pc:chgData name="P. Smuts" userId="28f6b4786cb91cf5" providerId="LiveId" clId="{64DDBE80-2EB3-4799-80B2-C2E838678065}" dt="2019-03-18T15:05:28.531" v="1348" actId="20577"/>
        <pc:sldMkLst>
          <pc:docMk/>
          <pc:sldMk cId="2539645678" sldId="273"/>
        </pc:sldMkLst>
        <pc:spChg chg="mod">
          <ac:chgData name="P. Smuts" userId="28f6b4786cb91cf5" providerId="LiveId" clId="{64DDBE80-2EB3-4799-80B2-C2E838678065}" dt="2019-03-18T15:05:28.531" v="1348" actId="20577"/>
          <ac:spMkLst>
            <pc:docMk/>
            <pc:sldMk cId="2539645678" sldId="273"/>
            <ac:spMk id="3" creationId="{00000000-0000-0000-0000-000000000000}"/>
          </ac:spMkLst>
        </pc:spChg>
        <pc:spChg chg="mod">
          <ac:chgData name="P. Smuts" userId="28f6b4786cb91cf5" providerId="LiveId" clId="{64DDBE80-2EB3-4799-80B2-C2E838678065}" dt="2019-03-13T08:58:27.915" v="510" actId="20577"/>
          <ac:spMkLst>
            <pc:docMk/>
            <pc:sldMk cId="2539645678" sldId="273"/>
            <ac:spMk id="5" creationId="{00000000-0000-0000-0000-000000000000}"/>
          </ac:spMkLst>
        </pc:spChg>
      </pc:sldChg>
      <pc:sldChg chg="modSp del">
        <pc:chgData name="P. Smuts" userId="28f6b4786cb91cf5" providerId="LiveId" clId="{64DDBE80-2EB3-4799-80B2-C2E838678065}" dt="2019-03-18T15:09:01.967" v="1351" actId="2696"/>
        <pc:sldMkLst>
          <pc:docMk/>
          <pc:sldMk cId="2983419690" sldId="274"/>
        </pc:sldMkLst>
        <pc:spChg chg="mod">
          <ac:chgData name="P. Smuts" userId="28f6b4786cb91cf5" providerId="LiveId" clId="{64DDBE80-2EB3-4799-80B2-C2E838678065}" dt="2019-03-13T09:01:03.557" v="766" actId="14100"/>
          <ac:spMkLst>
            <pc:docMk/>
            <pc:sldMk cId="2983419690" sldId="274"/>
            <ac:spMk id="3" creationId="{00000000-0000-0000-0000-000000000000}"/>
          </ac:spMkLst>
        </pc:spChg>
        <pc:spChg chg="mod">
          <ac:chgData name="P. Smuts" userId="28f6b4786cb91cf5" providerId="LiveId" clId="{64DDBE80-2EB3-4799-80B2-C2E838678065}" dt="2019-03-13T09:00:37.175" v="696" actId="20577"/>
          <ac:spMkLst>
            <pc:docMk/>
            <pc:sldMk cId="2983419690" sldId="274"/>
            <ac:spMk id="5" creationId="{00000000-0000-0000-0000-000000000000}"/>
          </ac:spMkLst>
        </pc:spChg>
        <pc:picChg chg="mod">
          <ac:chgData name="P. Smuts" userId="28f6b4786cb91cf5" providerId="LiveId" clId="{64DDBE80-2EB3-4799-80B2-C2E838678065}" dt="2019-03-13T09:00:39.769" v="697" actId="1076"/>
          <ac:picMkLst>
            <pc:docMk/>
            <pc:sldMk cId="2983419690" sldId="274"/>
            <ac:picMk id="7" creationId="{00000000-0000-0000-0000-000000000000}"/>
          </ac:picMkLst>
        </pc:picChg>
      </pc:sldChg>
      <pc:sldChg chg="modSp del">
        <pc:chgData name="P. Smuts" userId="28f6b4786cb91cf5" providerId="LiveId" clId="{64DDBE80-2EB3-4799-80B2-C2E838678065}" dt="2019-03-18T15:09:03.969" v="1352" actId="2696"/>
        <pc:sldMkLst>
          <pc:docMk/>
          <pc:sldMk cId="3878050901" sldId="275"/>
        </pc:sldMkLst>
        <pc:spChg chg="mod">
          <ac:chgData name="P. Smuts" userId="28f6b4786cb91cf5" providerId="LiveId" clId="{64DDBE80-2EB3-4799-80B2-C2E838678065}" dt="2019-03-18T15:06:36.109" v="1350" actId="114"/>
          <ac:spMkLst>
            <pc:docMk/>
            <pc:sldMk cId="3878050901" sldId="275"/>
            <ac:spMk id="3" creationId="{00000000-0000-0000-0000-000000000000}"/>
          </ac:spMkLst>
        </pc:spChg>
        <pc:spChg chg="mod">
          <ac:chgData name="P. Smuts" userId="28f6b4786cb91cf5" providerId="LiveId" clId="{64DDBE80-2EB3-4799-80B2-C2E838678065}" dt="2019-03-13T09:01:15.987" v="785" actId="20577"/>
          <ac:spMkLst>
            <pc:docMk/>
            <pc:sldMk cId="3878050901" sldId="275"/>
            <ac:spMk id="5" creationId="{00000000-0000-0000-0000-000000000000}"/>
          </ac:spMkLst>
        </pc:spChg>
      </pc:sldChg>
      <pc:sldChg chg="modSp del">
        <pc:chgData name="P. Smuts" userId="28f6b4786cb91cf5" providerId="LiveId" clId="{64DDBE80-2EB3-4799-80B2-C2E838678065}" dt="2019-03-18T15:09:05.258" v="1353" actId="2696"/>
        <pc:sldMkLst>
          <pc:docMk/>
          <pc:sldMk cId="75164624" sldId="276"/>
        </pc:sldMkLst>
        <pc:spChg chg="mod">
          <ac:chgData name="P. Smuts" userId="28f6b4786cb91cf5" providerId="LiveId" clId="{64DDBE80-2EB3-4799-80B2-C2E838678065}" dt="2019-03-13T09:01:38.943" v="804" actId="20577"/>
          <ac:spMkLst>
            <pc:docMk/>
            <pc:sldMk cId="75164624" sldId="276"/>
            <ac:spMk id="5" creationId="{00000000-0000-0000-0000-000000000000}"/>
          </ac:spMkLst>
        </pc:spChg>
      </pc:sldChg>
      <pc:sldChg chg="modSp add del">
        <pc:chgData name="P. Smuts" userId="28f6b4786cb91cf5" providerId="LiveId" clId="{64DDBE80-2EB3-4799-80B2-C2E838678065}" dt="2019-03-18T15:09:33.939" v="1356" actId="2696"/>
        <pc:sldMkLst>
          <pc:docMk/>
          <pc:sldMk cId="2385589103" sldId="277"/>
        </pc:sldMkLst>
        <pc:spChg chg="mod">
          <ac:chgData name="P. Smuts" userId="28f6b4786cb91cf5" providerId="LiveId" clId="{64DDBE80-2EB3-4799-80B2-C2E838678065}" dt="2019-03-13T09:01:48.620" v="823" actId="20577"/>
          <ac:spMkLst>
            <pc:docMk/>
            <pc:sldMk cId="2385589103" sldId="277"/>
            <ac:spMk id="5" creationId="{00000000-0000-0000-0000-000000000000}"/>
          </ac:spMkLst>
        </pc:spChg>
      </pc:sldChg>
      <pc:sldChg chg="modSp">
        <pc:chgData name="P. Smuts" userId="28f6b4786cb91cf5" providerId="LiveId" clId="{64DDBE80-2EB3-4799-80B2-C2E838678065}" dt="2019-03-13T09:02:19.420" v="842" actId="20577"/>
        <pc:sldMkLst>
          <pc:docMk/>
          <pc:sldMk cId="3234603841" sldId="278"/>
        </pc:sldMkLst>
        <pc:spChg chg="mod">
          <ac:chgData name="P. Smuts" userId="28f6b4786cb91cf5" providerId="LiveId" clId="{64DDBE80-2EB3-4799-80B2-C2E838678065}" dt="2019-03-13T09:02:19.420" v="842" actId="20577"/>
          <ac:spMkLst>
            <pc:docMk/>
            <pc:sldMk cId="3234603841" sldId="278"/>
            <ac:spMk id="5" creationId="{00000000-0000-0000-0000-000000000000}"/>
          </ac:spMkLst>
        </pc:spChg>
      </pc:sldChg>
      <pc:sldChg chg="modSp">
        <pc:chgData name="P. Smuts" userId="28f6b4786cb91cf5" providerId="LiveId" clId="{64DDBE80-2EB3-4799-80B2-C2E838678065}" dt="2019-03-13T09:02:25.849" v="861" actId="20577"/>
        <pc:sldMkLst>
          <pc:docMk/>
          <pc:sldMk cId="2018257615" sldId="279"/>
        </pc:sldMkLst>
        <pc:spChg chg="mod">
          <ac:chgData name="P. Smuts" userId="28f6b4786cb91cf5" providerId="LiveId" clId="{64DDBE80-2EB3-4799-80B2-C2E838678065}" dt="2019-03-13T09:02:25.849" v="861" actId="20577"/>
          <ac:spMkLst>
            <pc:docMk/>
            <pc:sldMk cId="2018257615" sldId="279"/>
            <ac:spMk id="5" creationId="{00000000-0000-0000-0000-000000000000}"/>
          </ac:spMkLst>
        </pc:spChg>
      </pc:sldChg>
      <pc:sldChg chg="modSp">
        <pc:chgData name="P. Smuts" userId="28f6b4786cb91cf5" providerId="LiveId" clId="{64DDBE80-2EB3-4799-80B2-C2E838678065}" dt="2019-03-13T09:02:52.295" v="886" actId="20577"/>
        <pc:sldMkLst>
          <pc:docMk/>
          <pc:sldMk cId="983808073" sldId="280"/>
        </pc:sldMkLst>
        <pc:spChg chg="mod">
          <ac:chgData name="P. Smuts" userId="28f6b4786cb91cf5" providerId="LiveId" clId="{64DDBE80-2EB3-4799-80B2-C2E838678065}" dt="2019-03-13T09:02:52.295" v="886" actId="20577"/>
          <ac:spMkLst>
            <pc:docMk/>
            <pc:sldMk cId="983808073" sldId="280"/>
            <ac:spMk id="3" creationId="{00000000-0000-0000-0000-000000000000}"/>
          </ac:spMkLst>
        </pc:spChg>
        <pc:spChg chg="mod">
          <ac:chgData name="P. Smuts" userId="28f6b4786cb91cf5" providerId="LiveId" clId="{64DDBE80-2EB3-4799-80B2-C2E838678065}" dt="2019-03-13T09:02:37.855" v="880" actId="20577"/>
          <ac:spMkLst>
            <pc:docMk/>
            <pc:sldMk cId="983808073" sldId="280"/>
            <ac:spMk id="5" creationId="{00000000-0000-0000-0000-000000000000}"/>
          </ac:spMkLst>
        </pc:spChg>
        <pc:picChg chg="mod">
          <ac:chgData name="P. Smuts" userId="28f6b4786cb91cf5" providerId="LiveId" clId="{64DDBE80-2EB3-4799-80B2-C2E838678065}" dt="2019-03-13T09:02:40.377" v="881" actId="1076"/>
          <ac:picMkLst>
            <pc:docMk/>
            <pc:sldMk cId="983808073" sldId="280"/>
            <ac:picMk id="7" creationId="{00000000-0000-0000-0000-000000000000}"/>
          </ac:picMkLst>
        </pc:picChg>
      </pc:sldChg>
      <pc:sldChg chg="modSp del">
        <pc:chgData name="P. Smuts" userId="28f6b4786cb91cf5" providerId="LiveId" clId="{64DDBE80-2EB3-4799-80B2-C2E838678065}" dt="2019-03-18T15:11:52.077" v="1357" actId="2696"/>
        <pc:sldMkLst>
          <pc:docMk/>
          <pc:sldMk cId="2785492456" sldId="281"/>
        </pc:sldMkLst>
        <pc:spChg chg="mod">
          <ac:chgData name="P. Smuts" userId="28f6b4786cb91cf5" providerId="LiveId" clId="{64DDBE80-2EB3-4799-80B2-C2E838678065}" dt="2019-03-13T09:03:04.328" v="905" actId="20577"/>
          <ac:spMkLst>
            <pc:docMk/>
            <pc:sldMk cId="2785492456" sldId="281"/>
            <ac:spMk id="5" creationId="{00000000-0000-0000-0000-000000000000}"/>
          </ac:spMkLst>
        </pc:spChg>
      </pc:sldChg>
      <pc:sldChg chg="modSp">
        <pc:chgData name="P. Smuts" userId="28f6b4786cb91cf5" providerId="LiveId" clId="{64DDBE80-2EB3-4799-80B2-C2E838678065}" dt="2019-03-13T09:03:17.458" v="924" actId="20577"/>
        <pc:sldMkLst>
          <pc:docMk/>
          <pc:sldMk cId="3079492619" sldId="282"/>
        </pc:sldMkLst>
        <pc:spChg chg="mod">
          <ac:chgData name="P. Smuts" userId="28f6b4786cb91cf5" providerId="LiveId" clId="{64DDBE80-2EB3-4799-80B2-C2E838678065}" dt="2019-03-11T14:29:06.930" v="36" actId="5793"/>
          <ac:spMkLst>
            <pc:docMk/>
            <pc:sldMk cId="3079492619" sldId="282"/>
            <ac:spMk id="3" creationId="{00000000-0000-0000-0000-000000000000}"/>
          </ac:spMkLst>
        </pc:spChg>
        <pc:spChg chg="mod">
          <ac:chgData name="P. Smuts" userId="28f6b4786cb91cf5" providerId="LiveId" clId="{64DDBE80-2EB3-4799-80B2-C2E838678065}" dt="2019-03-13T09:03:17.458" v="924" actId="20577"/>
          <ac:spMkLst>
            <pc:docMk/>
            <pc:sldMk cId="3079492619" sldId="282"/>
            <ac:spMk id="5" creationId="{00000000-0000-0000-0000-000000000000}"/>
          </ac:spMkLst>
        </pc:spChg>
      </pc:sldChg>
      <pc:sldChg chg="modSp">
        <pc:chgData name="P. Smuts" userId="28f6b4786cb91cf5" providerId="LiveId" clId="{64DDBE80-2EB3-4799-80B2-C2E838678065}" dt="2019-03-13T09:03:37.986" v="943" actId="20577"/>
        <pc:sldMkLst>
          <pc:docMk/>
          <pc:sldMk cId="10333270" sldId="283"/>
        </pc:sldMkLst>
        <pc:spChg chg="mod">
          <ac:chgData name="P. Smuts" userId="28f6b4786cb91cf5" providerId="LiveId" clId="{64DDBE80-2EB3-4799-80B2-C2E838678065}" dt="2019-03-13T09:03:37.986" v="943" actId="20577"/>
          <ac:spMkLst>
            <pc:docMk/>
            <pc:sldMk cId="10333270" sldId="283"/>
            <ac:spMk id="5" creationId="{00000000-0000-0000-0000-000000000000}"/>
          </ac:spMkLst>
        </pc:spChg>
      </pc:sldChg>
      <pc:sldChg chg="modSp">
        <pc:chgData name="P. Smuts" userId="28f6b4786cb91cf5" providerId="LiveId" clId="{64DDBE80-2EB3-4799-80B2-C2E838678065}" dt="2019-03-18T15:13:57.125" v="1363" actId="5793"/>
        <pc:sldMkLst>
          <pc:docMk/>
          <pc:sldMk cId="4047577384" sldId="284"/>
        </pc:sldMkLst>
        <pc:spChg chg="mod">
          <ac:chgData name="P. Smuts" userId="28f6b4786cb91cf5" providerId="LiveId" clId="{64DDBE80-2EB3-4799-80B2-C2E838678065}" dt="2019-03-18T15:13:57.125" v="1363" actId="5793"/>
          <ac:spMkLst>
            <pc:docMk/>
            <pc:sldMk cId="4047577384" sldId="284"/>
            <ac:spMk id="3" creationId="{00000000-0000-0000-0000-000000000000}"/>
          </ac:spMkLst>
        </pc:spChg>
        <pc:spChg chg="mod">
          <ac:chgData name="P. Smuts" userId="28f6b4786cb91cf5" providerId="LiveId" clId="{64DDBE80-2EB3-4799-80B2-C2E838678065}" dt="2019-03-13T09:03:48.118" v="962" actId="20577"/>
          <ac:spMkLst>
            <pc:docMk/>
            <pc:sldMk cId="4047577384" sldId="284"/>
            <ac:spMk id="5" creationId="{00000000-0000-0000-0000-000000000000}"/>
          </ac:spMkLst>
        </pc:spChg>
      </pc:sldChg>
      <pc:sldChg chg="modSp">
        <pc:chgData name="P. Smuts" userId="28f6b4786cb91cf5" providerId="LiveId" clId="{64DDBE80-2EB3-4799-80B2-C2E838678065}" dt="2019-03-13T08:59:24.806" v="568" actId="20577"/>
        <pc:sldMkLst>
          <pc:docMk/>
          <pc:sldMk cId="199215246" sldId="285"/>
        </pc:sldMkLst>
        <pc:spChg chg="mod">
          <ac:chgData name="P. Smuts" userId="28f6b4786cb91cf5" providerId="LiveId" clId="{64DDBE80-2EB3-4799-80B2-C2E838678065}" dt="2019-03-13T08:59:24.806" v="568" actId="20577"/>
          <ac:spMkLst>
            <pc:docMk/>
            <pc:sldMk cId="199215246" sldId="285"/>
            <ac:spMk id="5" creationId="{00000000-0000-0000-0000-000000000000}"/>
          </ac:spMkLst>
        </pc:spChg>
      </pc:sldChg>
      <pc:sldChg chg="modSp del">
        <pc:chgData name="P. Smuts" userId="28f6b4786cb91cf5" providerId="LiveId" clId="{64DDBE80-2EB3-4799-80B2-C2E838678065}" dt="2019-03-18T15:15:43.332" v="1364" actId="2696"/>
        <pc:sldMkLst>
          <pc:docMk/>
          <pc:sldMk cId="3285843169" sldId="286"/>
        </pc:sldMkLst>
        <pc:spChg chg="mod">
          <ac:chgData name="P. Smuts" userId="28f6b4786cb91cf5" providerId="LiveId" clId="{64DDBE80-2EB3-4799-80B2-C2E838678065}" dt="2019-03-13T09:03:58.647" v="981" actId="20577"/>
          <ac:spMkLst>
            <pc:docMk/>
            <pc:sldMk cId="3285843169" sldId="286"/>
            <ac:spMk id="5" creationId="{00000000-0000-0000-0000-000000000000}"/>
          </ac:spMkLst>
        </pc:spChg>
      </pc:sldChg>
      <pc:sldChg chg="modSp">
        <pc:chgData name="P. Smuts" userId="28f6b4786cb91cf5" providerId="LiveId" clId="{64DDBE80-2EB3-4799-80B2-C2E838678065}" dt="2019-03-13T09:04:08.824" v="1000" actId="20577"/>
        <pc:sldMkLst>
          <pc:docMk/>
          <pc:sldMk cId="3703874701" sldId="287"/>
        </pc:sldMkLst>
        <pc:spChg chg="mod">
          <ac:chgData name="P. Smuts" userId="28f6b4786cb91cf5" providerId="LiveId" clId="{64DDBE80-2EB3-4799-80B2-C2E838678065}" dt="2019-03-13T09:04:08.824" v="1000" actId="20577"/>
          <ac:spMkLst>
            <pc:docMk/>
            <pc:sldMk cId="3703874701" sldId="287"/>
            <ac:spMk id="5" creationId="{00000000-0000-0000-0000-000000000000}"/>
          </ac:spMkLst>
        </pc:spChg>
      </pc:sldChg>
      <pc:sldChg chg="modSp add del">
        <pc:chgData name="P. Smuts" userId="28f6b4786cb91cf5" providerId="LiveId" clId="{64DDBE80-2EB3-4799-80B2-C2E838678065}" dt="2019-03-18T15:16:31.113" v="1367" actId="2696"/>
        <pc:sldMkLst>
          <pc:docMk/>
          <pc:sldMk cId="744878263" sldId="288"/>
        </pc:sldMkLst>
        <pc:spChg chg="mod">
          <ac:chgData name="P. Smuts" userId="28f6b4786cb91cf5" providerId="LiveId" clId="{64DDBE80-2EB3-4799-80B2-C2E838678065}" dt="2019-03-13T09:04:16.162" v="1019" actId="20577"/>
          <ac:spMkLst>
            <pc:docMk/>
            <pc:sldMk cId="744878263" sldId="288"/>
            <ac:spMk id="5" creationId="{00000000-0000-0000-0000-000000000000}"/>
          </ac:spMkLst>
        </pc:spChg>
      </pc:sldChg>
      <pc:sldChg chg="modSp add">
        <pc:chgData name="P. Smuts" userId="28f6b4786cb91cf5" providerId="LiveId" clId="{64DDBE80-2EB3-4799-80B2-C2E838678065}" dt="2019-03-18T15:04:18.349" v="1316" actId="20577"/>
        <pc:sldMkLst>
          <pc:docMk/>
          <pc:sldMk cId="2032890851" sldId="289"/>
        </pc:sldMkLst>
        <pc:spChg chg="mod">
          <ac:chgData name="P. Smuts" userId="28f6b4786cb91cf5" providerId="LiveId" clId="{64DDBE80-2EB3-4799-80B2-C2E838678065}" dt="2019-03-18T15:04:18.349" v="1316" actId="20577"/>
          <ac:spMkLst>
            <pc:docMk/>
            <pc:sldMk cId="2032890851" sldId="289"/>
            <ac:spMk id="3" creationId="{00000000-0000-0000-0000-000000000000}"/>
          </ac:spMkLst>
        </pc:spChg>
        <pc:spChg chg="mod">
          <ac:chgData name="P. Smuts" userId="28f6b4786cb91cf5" providerId="LiveId" clId="{64DDBE80-2EB3-4799-80B2-C2E838678065}" dt="2019-03-13T07:47:34.105" v="472" actId="20577"/>
          <ac:spMkLst>
            <pc:docMk/>
            <pc:sldMk cId="2032890851" sldId="289"/>
            <ac:spMk id="5" creationId="{00000000-0000-0000-0000-000000000000}"/>
          </ac:spMkLst>
        </pc:spChg>
      </pc:sldChg>
      <pc:sldChg chg="modSp add">
        <pc:chgData name="P. Smuts" userId="28f6b4786cb91cf5" providerId="LiveId" clId="{64DDBE80-2EB3-4799-80B2-C2E838678065}" dt="2019-03-18T14:55:27.398" v="1144" actId="20577"/>
        <pc:sldMkLst>
          <pc:docMk/>
          <pc:sldMk cId="2705254565" sldId="290"/>
        </pc:sldMkLst>
        <pc:spChg chg="mod">
          <ac:chgData name="P. Smuts" userId="28f6b4786cb91cf5" providerId="LiveId" clId="{64DDBE80-2EB3-4799-80B2-C2E838678065}" dt="2019-03-18T14:55:27.398" v="1144" actId="20577"/>
          <ac:spMkLst>
            <pc:docMk/>
            <pc:sldMk cId="2705254565" sldId="290"/>
            <ac:spMk id="3" creationId="{00000000-0000-0000-0000-000000000000}"/>
          </ac:spMkLst>
        </pc:spChg>
        <pc:picChg chg="mod">
          <ac:chgData name="P. Smuts" userId="28f6b4786cb91cf5" providerId="LiveId" clId="{64DDBE80-2EB3-4799-80B2-C2E838678065}" dt="2019-03-13T07:36:18.597" v="195" actId="1076"/>
          <ac:picMkLst>
            <pc:docMk/>
            <pc:sldMk cId="2705254565" sldId="290"/>
            <ac:picMk id="7"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63C6FB85-2F60-4587-89B3-DE427D86DEB4}" type="datetimeFigureOut">
              <a:rPr lang="en-US" smtClean="0"/>
              <a:pPr/>
              <a:t>3/18/2019</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FC4ACEE1-A485-4FFD-B14A-9F4AC667281E}" type="slidenum">
              <a:rPr lang="en-US" smtClean="0"/>
              <a:pPr/>
              <a:t>‹#›</a:t>
            </a:fld>
            <a:endParaRPr lang="en-US"/>
          </a:p>
        </p:txBody>
      </p:sp>
    </p:spTree>
    <p:extLst>
      <p:ext uri="{BB962C8B-B14F-4D97-AF65-F5344CB8AC3E}">
        <p14:creationId xmlns:p14="http://schemas.microsoft.com/office/powerpoint/2010/main" val="2931918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5" name="Footer Placeholder 4"/>
          <p:cNvSpPr>
            <a:spLocks noGrp="1"/>
          </p:cNvSpPr>
          <p:nvPr>
            <p:ph type="ftr" sz="quarter" idx="11"/>
          </p:nvPr>
        </p:nvSpPr>
        <p:spPr/>
        <p:txBody>
          <a:bodyPr/>
          <a:lstStyle/>
          <a:p>
            <a:endParaRPr lang="en-US">
              <a:solidFill>
                <a:prstClr val="black">
                  <a:alpha val="80000"/>
                </a:prstClr>
              </a:solidFill>
            </a:endParaRPr>
          </a:p>
        </p:txBody>
      </p:sp>
      <p:sp>
        <p:nvSpPr>
          <p:cNvPr id="6" name="Slide Number Placeholder 5"/>
          <p:cNvSpPr>
            <a:spLocks noGrp="1"/>
          </p:cNvSpPr>
          <p:nvPr>
            <p:ph type="sldNum" sz="quarter" idx="12"/>
          </p:nvPr>
        </p:nvSpPr>
        <p:spPr/>
        <p:txBody>
          <a:body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3287531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5" name="Footer Placeholder 4"/>
          <p:cNvSpPr>
            <a:spLocks noGrp="1"/>
          </p:cNvSpPr>
          <p:nvPr>
            <p:ph type="ftr" sz="quarter" idx="11"/>
          </p:nvPr>
        </p:nvSpPr>
        <p:spPr/>
        <p:txBody>
          <a:bodyPr/>
          <a:lstStyle/>
          <a:p>
            <a:endParaRPr lang="en-US">
              <a:solidFill>
                <a:prstClr val="black">
                  <a:alpha val="80000"/>
                </a:prstClr>
              </a:solidFill>
            </a:endParaRPr>
          </a:p>
        </p:txBody>
      </p:sp>
      <p:sp>
        <p:nvSpPr>
          <p:cNvPr id="6" name="Slide Number Placeholder 5"/>
          <p:cNvSpPr>
            <a:spLocks noGrp="1"/>
          </p:cNvSpPr>
          <p:nvPr>
            <p:ph type="sldNum" sz="quarter" idx="12"/>
          </p:nvPr>
        </p:nvSpPr>
        <p:spPr/>
        <p:txBody>
          <a:body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3418856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6" name="Footer Placeholder 5"/>
          <p:cNvSpPr>
            <a:spLocks noGrp="1"/>
          </p:cNvSpPr>
          <p:nvPr>
            <p:ph type="ftr" sz="quarter" idx="11"/>
          </p:nvPr>
        </p:nvSpPr>
        <p:spPr/>
        <p:txBody>
          <a:bodyPr/>
          <a:lstStyle/>
          <a:p>
            <a:endParaRPr lang="en-US">
              <a:solidFill>
                <a:prstClr val="black">
                  <a:alpha val="80000"/>
                </a:prstClr>
              </a:solidFill>
            </a:endParaRPr>
          </a:p>
        </p:txBody>
      </p:sp>
      <p:sp>
        <p:nvSpPr>
          <p:cNvPr id="7" name="Slide Number Placeholder 6"/>
          <p:cNvSpPr>
            <a:spLocks noGrp="1"/>
          </p:cNvSpPr>
          <p:nvPr>
            <p:ph type="sldNum" sz="quarter" idx="12"/>
          </p:nvPr>
        </p:nvSpPr>
        <p:spPr/>
        <p:txBody>
          <a:body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3268045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8" name="Footer Placeholder 7"/>
          <p:cNvSpPr>
            <a:spLocks noGrp="1"/>
          </p:cNvSpPr>
          <p:nvPr>
            <p:ph type="ftr" sz="quarter" idx="11"/>
          </p:nvPr>
        </p:nvSpPr>
        <p:spPr/>
        <p:txBody>
          <a:bodyPr/>
          <a:lstStyle/>
          <a:p>
            <a:endParaRPr lang="en-US">
              <a:solidFill>
                <a:prstClr val="black">
                  <a:alpha val="80000"/>
                </a:prstClr>
              </a:solidFill>
            </a:endParaRPr>
          </a:p>
        </p:txBody>
      </p:sp>
      <p:sp>
        <p:nvSpPr>
          <p:cNvPr id="9" name="Slide Number Placeholder 8"/>
          <p:cNvSpPr>
            <a:spLocks noGrp="1"/>
          </p:cNvSpPr>
          <p:nvPr>
            <p:ph type="sldNum" sz="quarter" idx="12"/>
          </p:nvPr>
        </p:nvSpPr>
        <p:spPr/>
        <p:txBody>
          <a:body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3007347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4" name="Footer Placeholder 3"/>
          <p:cNvSpPr>
            <a:spLocks noGrp="1"/>
          </p:cNvSpPr>
          <p:nvPr>
            <p:ph type="ftr" sz="quarter" idx="11"/>
          </p:nvPr>
        </p:nvSpPr>
        <p:spPr/>
        <p:txBody>
          <a:bodyPr/>
          <a:lstStyle/>
          <a:p>
            <a:endParaRPr lang="en-US">
              <a:solidFill>
                <a:prstClr val="black">
                  <a:alpha val="80000"/>
                </a:prstClr>
              </a:solidFill>
            </a:endParaRPr>
          </a:p>
        </p:txBody>
      </p:sp>
      <p:sp>
        <p:nvSpPr>
          <p:cNvPr id="5" name="Slide Number Placeholder 4"/>
          <p:cNvSpPr>
            <a:spLocks noGrp="1"/>
          </p:cNvSpPr>
          <p:nvPr>
            <p:ph type="sldNum" sz="quarter" idx="12"/>
          </p:nvPr>
        </p:nvSpPr>
        <p:spPr/>
        <p:txBody>
          <a:body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2806048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3" name="Footer Placeholder 2"/>
          <p:cNvSpPr>
            <a:spLocks noGrp="1"/>
          </p:cNvSpPr>
          <p:nvPr>
            <p:ph type="ftr" sz="quarter" idx="11"/>
          </p:nvPr>
        </p:nvSpPr>
        <p:spPr/>
        <p:txBody>
          <a:bodyPr/>
          <a:lstStyle/>
          <a:p>
            <a:endParaRPr lang="en-US">
              <a:solidFill>
                <a:prstClr val="black">
                  <a:alpha val="80000"/>
                </a:prstClr>
              </a:solidFill>
            </a:endParaRPr>
          </a:p>
        </p:txBody>
      </p:sp>
      <p:sp>
        <p:nvSpPr>
          <p:cNvPr id="4" name="Slide Number Placeholder 3"/>
          <p:cNvSpPr>
            <a:spLocks noGrp="1"/>
          </p:cNvSpPr>
          <p:nvPr>
            <p:ph type="sldNum" sz="quarter" idx="12"/>
          </p:nvPr>
        </p:nvSpPr>
        <p:spPr/>
        <p:txBody>
          <a:body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3454902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6" name="Footer Placeholder 5"/>
          <p:cNvSpPr>
            <a:spLocks noGrp="1"/>
          </p:cNvSpPr>
          <p:nvPr>
            <p:ph type="ftr" sz="quarter" idx="11"/>
          </p:nvPr>
        </p:nvSpPr>
        <p:spPr/>
        <p:txBody>
          <a:bodyPr/>
          <a:lstStyle/>
          <a:p>
            <a:endParaRPr lang="en-US">
              <a:solidFill>
                <a:prstClr val="black">
                  <a:alpha val="80000"/>
                </a:prstClr>
              </a:solidFill>
            </a:endParaRPr>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FC4ACEE1-A485-4FFD-B14A-9F4AC667281E}" type="slidenum">
              <a:rPr lang="en-US" smtClean="0"/>
              <a:pPr/>
              <a:t>‹#›</a:t>
            </a:fld>
            <a:endParaRPr lang="en-US"/>
          </a:p>
        </p:txBody>
      </p:sp>
    </p:spTree>
    <p:extLst>
      <p:ext uri="{BB962C8B-B14F-4D97-AF65-F5344CB8AC3E}">
        <p14:creationId xmlns:p14="http://schemas.microsoft.com/office/powerpoint/2010/main" val="1044325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63C6FB85-2F60-4587-89B3-DE427D86DEB4}" type="datetimeFigureOut">
              <a:rPr lang="en-US" smtClean="0"/>
              <a:pPr/>
              <a:t>3/18/2019</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FC4ACEE1-A485-4FFD-B14A-9F4AC667281E}" type="slidenum">
              <a:rPr lang="en-US" smtClean="0"/>
              <a:pPr/>
              <a:t>‹#›</a:t>
            </a:fld>
            <a:endParaRPr lang="en-US"/>
          </a:p>
        </p:txBody>
      </p:sp>
    </p:spTree>
    <p:extLst>
      <p:ext uri="{BB962C8B-B14F-4D97-AF65-F5344CB8AC3E}">
        <p14:creationId xmlns:p14="http://schemas.microsoft.com/office/powerpoint/2010/main" val="276964832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5" name="Footer Placeholder 4"/>
          <p:cNvSpPr>
            <a:spLocks noGrp="1"/>
          </p:cNvSpPr>
          <p:nvPr>
            <p:ph type="ftr" sz="quarter" idx="11"/>
          </p:nvPr>
        </p:nvSpPr>
        <p:spPr/>
        <p:txBody>
          <a:bodyPr/>
          <a:lstStyle/>
          <a:p>
            <a:endParaRPr lang="en-US">
              <a:solidFill>
                <a:prstClr val="black">
                  <a:alpha val="80000"/>
                </a:prstClr>
              </a:solidFill>
            </a:endParaRPr>
          </a:p>
        </p:txBody>
      </p:sp>
      <p:sp>
        <p:nvSpPr>
          <p:cNvPr id="6" name="Slide Number Placeholder 5"/>
          <p:cNvSpPr>
            <a:spLocks noGrp="1"/>
          </p:cNvSpPr>
          <p:nvPr>
            <p:ph type="sldNum" sz="quarter" idx="12"/>
          </p:nvPr>
        </p:nvSpPr>
        <p:spPr/>
        <p:txBody>
          <a:body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4000719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5" name="Footer Placeholder 4"/>
          <p:cNvSpPr>
            <a:spLocks noGrp="1"/>
          </p:cNvSpPr>
          <p:nvPr>
            <p:ph type="ftr" sz="quarter" idx="11"/>
          </p:nvPr>
        </p:nvSpPr>
        <p:spPr/>
        <p:txBody>
          <a:bodyPr/>
          <a:lstStyle/>
          <a:p>
            <a:endParaRPr lang="en-US">
              <a:solidFill>
                <a:prstClr val="black">
                  <a:alpha val="80000"/>
                </a:prstClr>
              </a:solidFill>
            </a:endParaRPr>
          </a:p>
        </p:txBody>
      </p:sp>
      <p:sp>
        <p:nvSpPr>
          <p:cNvPr id="6" name="Slide Number Placeholder 5"/>
          <p:cNvSpPr>
            <a:spLocks noGrp="1"/>
          </p:cNvSpPr>
          <p:nvPr>
            <p:ph type="sldNum" sz="quarter" idx="12"/>
          </p:nvPr>
        </p:nvSpPr>
        <p:spPr/>
        <p:txBody>
          <a:body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11027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63C6FB85-2F60-4587-89B3-DE427D86DEB4}" type="datetimeFigureOut">
              <a:rPr lang="en-US" smtClean="0">
                <a:solidFill>
                  <a:prstClr val="black">
                    <a:alpha val="80000"/>
                  </a:prstClr>
                </a:solidFill>
              </a:rPr>
              <a:pPr/>
              <a:t>3/18/2019</a:t>
            </a:fld>
            <a:endParaRPr lang="en-US">
              <a:solidFill>
                <a:prstClr val="black">
                  <a:alpha val="80000"/>
                </a:prstClr>
              </a:solidFill>
            </a:endParaRPr>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solidFill>
                <a:prstClr val="black">
                  <a:alpha val="80000"/>
                </a:prstClr>
              </a:solidFill>
            </a:endParaRPr>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FC4ACEE1-A485-4FFD-B14A-9F4AC667281E}" type="slidenum">
              <a:rPr lang="en-US" smtClean="0">
                <a:solidFill>
                  <a:srgbClr val="50B4C8">
                    <a:alpha val="25000"/>
                  </a:srgbClr>
                </a:solidFill>
              </a:rPr>
              <a:pPr/>
              <a:t>‹#›</a:t>
            </a:fld>
            <a:endParaRPr lang="en-US">
              <a:solidFill>
                <a:srgbClr val="50B4C8">
                  <a:alpha val="25000"/>
                </a:srgbClr>
              </a:solidFill>
            </a:endParaRPr>
          </a:p>
        </p:txBody>
      </p:sp>
    </p:spTree>
    <p:extLst>
      <p:ext uri="{BB962C8B-B14F-4D97-AF65-F5344CB8AC3E}">
        <p14:creationId xmlns:p14="http://schemas.microsoft.com/office/powerpoint/2010/main" val="2635607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4268" y="0"/>
            <a:ext cx="10782300" cy="3352800"/>
          </a:xfrm>
        </p:spPr>
        <p:txBody>
          <a:bodyPr/>
          <a:lstStyle/>
          <a:p>
            <a:r>
              <a:rPr lang="en-ZA" dirty="0"/>
              <a:t> John’s Letters</a:t>
            </a:r>
            <a:endParaRPr lang="en-US" dirty="0"/>
          </a:p>
        </p:txBody>
      </p:sp>
      <p:sp>
        <p:nvSpPr>
          <p:cNvPr id="3" name="Subtitle 2"/>
          <p:cNvSpPr>
            <a:spLocks noGrp="1"/>
          </p:cNvSpPr>
          <p:nvPr>
            <p:ph type="subTitle" idx="1"/>
          </p:nvPr>
        </p:nvSpPr>
        <p:spPr>
          <a:xfrm>
            <a:off x="375281" y="3829804"/>
            <a:ext cx="10050764" cy="3028196"/>
          </a:xfrm>
        </p:spPr>
        <p:txBody>
          <a:bodyPr>
            <a:normAutofit/>
          </a:bodyPr>
          <a:lstStyle/>
          <a:p>
            <a:r>
              <a:rPr lang="en-ZA" sz="3600" b="1" dirty="0"/>
              <a:t>Bible Institute of South Africa</a:t>
            </a:r>
          </a:p>
          <a:p>
            <a:r>
              <a:rPr lang="en-ZA" dirty="0"/>
              <a:t>First Semester 2019</a:t>
            </a:r>
          </a:p>
          <a:p>
            <a:r>
              <a:rPr lang="en-ZA" dirty="0"/>
              <a:t>3</a:t>
            </a:r>
            <a:r>
              <a:rPr lang="en-ZA" baseline="30000" dirty="0"/>
              <a:t>rd</a:t>
            </a:r>
            <a:r>
              <a:rPr lang="en-ZA" dirty="0"/>
              <a:t> year students</a:t>
            </a:r>
          </a:p>
          <a:p>
            <a:r>
              <a:rPr lang="en-ZA" dirty="0"/>
              <a:t>© Peter W. Smuts</a:t>
            </a:r>
          </a:p>
          <a:p>
            <a:endParaRPr lang="en-US" dirty="0"/>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8881331" y="2008188"/>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7270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295" y="1680633"/>
            <a:ext cx="11938191" cy="4671924"/>
          </a:xfrm>
        </p:spPr>
        <p:txBody>
          <a:bodyPr>
            <a:normAutofit fontScale="85000" lnSpcReduction="10000"/>
          </a:bodyPr>
          <a:lstStyle/>
          <a:p>
            <a:pPr marL="0" indent="0">
              <a:buNone/>
            </a:pPr>
            <a:r>
              <a:rPr lang="en-US" sz="4700" b="1" dirty="0"/>
              <a:t>Challenges Presented by the Book of 1 John</a:t>
            </a:r>
          </a:p>
          <a:p>
            <a:pPr marL="0" indent="0">
              <a:buNone/>
            </a:pPr>
            <a:endParaRPr lang="en-US" sz="4000" dirty="0"/>
          </a:p>
          <a:p>
            <a:pPr>
              <a:buFont typeface="Arial" panose="020B0604020202020204" pitchFamily="34" charset="0"/>
              <a:buChar char="•"/>
            </a:pPr>
            <a:r>
              <a:rPr lang="en-US" sz="4000" dirty="0"/>
              <a:t> Identifying the referent of the first person plural “we.”</a:t>
            </a:r>
          </a:p>
          <a:p>
            <a:pPr>
              <a:buFont typeface="Arial" panose="020B0604020202020204" pitchFamily="34" charset="0"/>
              <a:buChar char="•"/>
            </a:pPr>
            <a:r>
              <a:rPr lang="en-US" sz="4000" dirty="0"/>
              <a:t> Understanding the statement in 3:9 that Christians do not sin.</a:t>
            </a:r>
          </a:p>
          <a:p>
            <a:pPr>
              <a:buFont typeface="Arial" panose="020B0604020202020204" pitchFamily="34" charset="0"/>
              <a:buChar char="•"/>
            </a:pPr>
            <a:r>
              <a:rPr lang="en-US" sz="4000" dirty="0"/>
              <a:t> Contemplating what the sin is that leads to death.</a:t>
            </a:r>
          </a:p>
          <a:p>
            <a:pPr>
              <a:buFont typeface="Arial" panose="020B0604020202020204" pitchFamily="34" charset="0"/>
              <a:buChar char="•"/>
            </a:pPr>
            <a:r>
              <a:rPr lang="en-US" sz="4000" dirty="0"/>
              <a:t> Comprehending the abrupt ending of the letter with its command to “keep yourselves from idols.”</a:t>
            </a:r>
          </a:p>
          <a:p>
            <a:r>
              <a:rPr lang="en-US" sz="2200" dirty="0"/>
              <a:t>                                                                                            (</a:t>
            </a:r>
            <a:r>
              <a:rPr lang="en-US" sz="2200" i="1" dirty="0"/>
              <a:t>Letters to the Church: A Survey of Hebrews and the General Epistles</a:t>
            </a:r>
            <a:r>
              <a:rPr lang="en-US" sz="2200" dirty="0"/>
              <a:t>) </a:t>
            </a:r>
          </a:p>
          <a:p>
            <a:r>
              <a:rPr lang="en-US" sz="40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5662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295" y="1680632"/>
            <a:ext cx="8508541" cy="5177367"/>
          </a:xfrm>
        </p:spPr>
        <p:txBody>
          <a:bodyPr>
            <a:normAutofit/>
          </a:bodyPr>
          <a:lstStyle/>
          <a:p>
            <a:pPr marL="0" indent="0">
              <a:buNone/>
            </a:pPr>
            <a:r>
              <a:rPr lang="en-US" sz="3900" b="1" dirty="0"/>
              <a:t>What are John’s letter about?</a:t>
            </a:r>
          </a:p>
          <a:p>
            <a:pPr marL="0" indent="0">
              <a:buNone/>
            </a:pPr>
            <a:endParaRPr lang="en-US" sz="3000" b="1" dirty="0"/>
          </a:p>
          <a:p>
            <a:pPr marL="0" indent="0">
              <a:buNone/>
            </a:pPr>
            <a:r>
              <a:rPr lang="en-US" sz="3000" b="1" dirty="0"/>
              <a:t>1 John</a:t>
            </a:r>
          </a:p>
          <a:p>
            <a:pPr marL="0" indent="0" algn="just">
              <a:buNone/>
            </a:pPr>
            <a:r>
              <a:rPr lang="en-US" sz="2800" dirty="0"/>
              <a:t>This is a pastoral letter to a congregation or to a number of congregations. Its structure is disputed, largely because John keeps returning to the same themes from slightly different angles. He lays down three tests: True believers must believe that Jesus is the Christ come in the flesh, and this </a:t>
            </a:r>
            <a:r>
              <a:rPr lang="en-US" sz="2800" i="1" dirty="0"/>
              <a:t>faith must work itself out in righteousness and love.</a:t>
            </a:r>
          </a:p>
          <a:p>
            <a:pPr lvl="1"/>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7455611" y="364284"/>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2169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8731876" cy="5177367"/>
          </a:xfrm>
        </p:spPr>
        <p:txBody>
          <a:bodyPr>
            <a:normAutofit/>
          </a:bodyPr>
          <a:lstStyle/>
          <a:p>
            <a:pPr marL="0" indent="0">
              <a:buNone/>
            </a:pPr>
            <a:r>
              <a:rPr lang="en-US" sz="3900" b="1" dirty="0"/>
              <a:t>What are John’s letters about? </a:t>
            </a:r>
            <a:r>
              <a:rPr lang="en-US" dirty="0"/>
              <a:t>(continued….)</a:t>
            </a:r>
            <a:endParaRPr lang="en-US" sz="3200" dirty="0"/>
          </a:p>
          <a:p>
            <a:pPr marL="0" indent="0">
              <a:buNone/>
            </a:pPr>
            <a:endParaRPr lang="en-US" sz="3100" b="1" dirty="0"/>
          </a:p>
          <a:p>
            <a:pPr marL="0" indent="0">
              <a:buNone/>
            </a:pPr>
            <a:r>
              <a:rPr lang="en-US" sz="3200" b="1" dirty="0"/>
              <a:t>2 John</a:t>
            </a:r>
          </a:p>
          <a:p>
            <a:pPr marL="0" indent="0" algn="just">
              <a:buNone/>
            </a:pPr>
            <a:r>
              <a:rPr lang="en-US" sz="2800" dirty="0"/>
              <a:t>John warns against the dangers posed by traveling preachers, some of whom are “deceivers, who do not acknowledge Jesus Christ as coming in the flesh.” But even here, John insists that true believers walk not only in the truth but in transparent love for one another. But love doesn’t ‘trump the truth of the gospel’		 </a:t>
            </a:r>
            <a:r>
              <a:rPr lang="en-US" dirty="0"/>
              <a:t>(</a:t>
            </a:r>
            <a:r>
              <a:rPr lang="en-US" dirty="0" err="1"/>
              <a:t>Jobes</a:t>
            </a:r>
            <a:r>
              <a:rPr lang="en-US"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8344253" y="151024"/>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58237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8783392" cy="5177367"/>
          </a:xfrm>
        </p:spPr>
        <p:txBody>
          <a:bodyPr>
            <a:normAutofit lnSpcReduction="10000"/>
          </a:bodyPr>
          <a:lstStyle/>
          <a:p>
            <a:pPr marL="0" indent="0">
              <a:buNone/>
            </a:pPr>
            <a:r>
              <a:rPr lang="en-US" sz="3900" b="1" dirty="0"/>
              <a:t>What are John’s letters about? </a:t>
            </a:r>
            <a:r>
              <a:rPr lang="en-US" dirty="0"/>
              <a:t>(continued….)</a:t>
            </a:r>
            <a:endParaRPr lang="en-US" sz="3200" dirty="0"/>
          </a:p>
          <a:p>
            <a:pPr marL="0" indent="0">
              <a:buNone/>
            </a:pPr>
            <a:endParaRPr lang="en-US" dirty="0"/>
          </a:p>
          <a:p>
            <a:pPr marL="0" indent="0">
              <a:buNone/>
            </a:pPr>
            <a:r>
              <a:rPr lang="en-US" sz="3200" b="1" dirty="0"/>
              <a:t>3 John</a:t>
            </a:r>
          </a:p>
          <a:p>
            <a:pPr marL="0" indent="0">
              <a:buNone/>
            </a:pPr>
            <a:r>
              <a:rPr lang="en-US" sz="2800" dirty="0"/>
              <a:t>John commends the church for supporting itinerant gospel-preachers and then compares two men in the church. Diotrephes not only “loves to be first” but has become so powerful that he is refusing John’s representatives and ejecting from the church those who take a softer line. </a:t>
            </a:r>
          </a:p>
          <a:p>
            <a:pPr marL="0" indent="0">
              <a:buNone/>
            </a:pPr>
            <a:r>
              <a:rPr lang="en-US" sz="2800" dirty="0"/>
              <a:t>John encourages Gaius to follow Demetrius’s example of integrity and consistently good behavior and announces that he is coming to expose Diotrephes.</a:t>
            </a:r>
          </a:p>
          <a:p>
            <a:pPr lvl="1"/>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7082123" y="124380"/>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5254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295" y="1680632"/>
            <a:ext cx="11938191" cy="5024967"/>
          </a:xfrm>
        </p:spPr>
        <p:txBody>
          <a:bodyPr>
            <a:normAutofit/>
          </a:bodyPr>
          <a:lstStyle/>
          <a:p>
            <a:r>
              <a:rPr lang="en-US" sz="3600" b="1" dirty="0"/>
              <a:t>Who wrote John’s letters?</a:t>
            </a:r>
          </a:p>
          <a:p>
            <a:endParaRPr lang="en-US" dirty="0"/>
          </a:p>
          <a:p>
            <a:pPr algn="just"/>
            <a:r>
              <a:rPr lang="en-US" dirty="0"/>
              <a:t>Writings from the end of the first century and the first half of the second century allude to 1–3 John, and others specifically identify the author as the apostle John. Never have these books been attributed to anyone other than John the apostle, the son of Zebedee. Furthermore, the letters themselves suggest that John is the author because their themes, words, and arrangements of words and phrases are so similar to those of John’s gospel.</a:t>
            </a:r>
          </a:p>
          <a:p>
            <a:pPr algn="just"/>
            <a:r>
              <a:rPr lang="en-US" dirty="0"/>
              <a:t>By designating himself “the elder” (2 John 1; 3 John 1), John may have been emphasizing his pastoral role (cf. 1 Pet. 5:1), his age (cf. Philem. 9), or both. He was an apostle, not the apostle (cf. Rom. 1:1; 1 Pet. 1:1), but he could be the elder in the Ephesus region, precisely because he was not just an ordinary elder. The author writes as an eyewitness with his fellow apostles (1 John 1:1, 3; 4:14; 5:6–7), with authority across congregations (2–3 John).</a:t>
            </a:r>
          </a:p>
          <a:p>
            <a:pPr lvl="1"/>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2288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295" y="1680632"/>
            <a:ext cx="11938191" cy="5297684"/>
          </a:xfrm>
        </p:spPr>
        <p:txBody>
          <a:bodyPr>
            <a:normAutofit fontScale="25000" lnSpcReduction="20000"/>
          </a:bodyPr>
          <a:lstStyle/>
          <a:p>
            <a:pPr marL="0" indent="0">
              <a:buNone/>
            </a:pPr>
            <a:r>
              <a:rPr lang="en-US" sz="16000" b="1"/>
              <a:t>Early information </a:t>
            </a:r>
            <a:r>
              <a:rPr lang="en-US" sz="16000" b="1" dirty="0"/>
              <a:t>about the Apostle John</a:t>
            </a:r>
          </a:p>
          <a:p>
            <a:r>
              <a:rPr lang="en-US" dirty="0"/>
              <a:t>	</a:t>
            </a:r>
          </a:p>
          <a:p>
            <a:pPr algn="just">
              <a:buFont typeface="Arial" panose="020B0604020202020204" pitchFamily="34" charset="0"/>
              <a:buChar char="•"/>
            </a:pPr>
            <a:r>
              <a:rPr lang="en-US" sz="9600" dirty="0"/>
              <a:t>“John the disciple of the Lord, who leaned back on his breast … published the Gospel while he was resident at Ephesus in Asia.” Irenaeus, </a:t>
            </a:r>
            <a:r>
              <a:rPr lang="en-US" sz="9600" i="1" dirty="0"/>
              <a:t>Against Heresies 3.1.2</a:t>
            </a:r>
          </a:p>
          <a:p>
            <a:pPr algn="just">
              <a:buFont typeface="Arial" panose="020B0604020202020204" pitchFamily="34" charset="0"/>
              <a:buChar char="•"/>
            </a:pPr>
            <a:r>
              <a:rPr lang="en-US" sz="9600" dirty="0"/>
              <a:t>“Now the church at Ephesus was founded by Paul, but John stayed there until the time of Trajan.” (98-117 AD) Eusebius, citing Irenaeus, </a:t>
            </a:r>
            <a:r>
              <a:rPr lang="en-US" sz="9600" i="1" dirty="0"/>
              <a:t>Hist. eccl. 3.23.4</a:t>
            </a:r>
          </a:p>
          <a:p>
            <a:pPr algn="just">
              <a:buFont typeface="Arial" panose="020B0604020202020204" pitchFamily="34" charset="0"/>
              <a:buChar char="•"/>
            </a:pPr>
            <a:r>
              <a:rPr lang="en-US" sz="9600" dirty="0"/>
              <a:t>“That very disciple whom Jesus loved, John, at once apostle and evangelist, still remained alive in Asia and administered the churches there, for after the death of Domitian (AD96), he had returned from his banishment on the island.” Eusebius, citing Irenaeus and Clement of Alexandria, </a:t>
            </a:r>
            <a:r>
              <a:rPr lang="en-US" sz="9600" i="1" dirty="0"/>
              <a:t>Hist. eccl. 3.23.1–2</a:t>
            </a:r>
          </a:p>
          <a:p>
            <a:pPr algn="just">
              <a:buFont typeface="Arial" panose="020B0604020202020204" pitchFamily="34" charset="0"/>
              <a:buChar char="•"/>
            </a:pPr>
            <a:r>
              <a:rPr lang="en-US" sz="9600" dirty="0"/>
              <a:t>“[John] used to go [from Ephesus] to the neighboring districts … in some places to appoint bishops, in others to reconcile whole churches, and in others to ordain some one of those pointed out by the Spirit.” Eusebius, citing Clement of Alexandria (c. AD 155–220), </a:t>
            </a:r>
            <a:r>
              <a:rPr lang="en-US" sz="9600" i="1" dirty="0"/>
              <a:t>Hist. eccl. 3.23.6</a:t>
            </a:r>
          </a:p>
          <a:p>
            <a:pPr algn="just">
              <a:buFont typeface="Arial" panose="020B0604020202020204" pitchFamily="34" charset="0"/>
              <a:buChar char="•"/>
            </a:pPr>
            <a:r>
              <a:rPr lang="en-US" sz="9600" dirty="0"/>
              <a:t>“John, who leaned on the Lord’s breast, who was a priest wearing the </a:t>
            </a:r>
            <a:r>
              <a:rPr lang="en-US" sz="9600" dirty="0" err="1"/>
              <a:t>mitre</a:t>
            </a:r>
            <a:r>
              <a:rPr lang="en-US" sz="9600" dirty="0"/>
              <a:t>, and martyr and teacher … sleeps at Ephesus.” Eusebius, citing </a:t>
            </a:r>
            <a:r>
              <a:rPr lang="en-US" sz="9600" dirty="0" err="1"/>
              <a:t>Polycrates</a:t>
            </a:r>
            <a:r>
              <a:rPr lang="en-US" sz="9600" dirty="0"/>
              <a:t>, bishop of Ephesus, </a:t>
            </a:r>
            <a:r>
              <a:rPr lang="en-US" sz="9600" i="1" dirty="0"/>
              <a:t>Hist. eccl. 3.31.3)</a:t>
            </a:r>
          </a:p>
          <a:p>
            <a:pPr lvl="1"/>
            <a:r>
              <a:rPr lang="en-US" sz="4300" dirty="0"/>
              <a:t> 							</a:t>
            </a:r>
            <a:r>
              <a:rPr lang="en-US" sz="2000" dirty="0"/>
              <a:t>                                                                                                                                                                                                                                                                                                                                                                                                                </a:t>
            </a:r>
            <a:r>
              <a:rPr lang="en-US" sz="5600" dirty="0"/>
              <a:t>                                   							(</a:t>
            </a:r>
            <a:r>
              <a:rPr lang="en-US" sz="5600" i="1" dirty="0"/>
              <a:t>Letters to the Church: A Survey of Hebrews and the General Epistles</a:t>
            </a:r>
            <a:r>
              <a:rPr lang="en-US" sz="5600" dirty="0"/>
              <a:t>)</a:t>
            </a:r>
            <a:r>
              <a:rPr lang="en-US" sz="2000" dirty="0"/>
              <a:t> </a:t>
            </a:r>
          </a:p>
          <a:p>
            <a:pPr lvl="1"/>
            <a:r>
              <a:rPr lang="en-US" sz="2800" dirty="0"/>
              <a:t>                                                                                                        		</a:t>
            </a:r>
            <a:r>
              <a:rPr lang="en-US" sz="2000" dirty="0"/>
              <a:t> </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4948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296" y="1680632"/>
            <a:ext cx="8336246" cy="5024967"/>
          </a:xfrm>
        </p:spPr>
        <p:txBody>
          <a:bodyPr>
            <a:normAutofit fontScale="85000" lnSpcReduction="20000"/>
          </a:bodyPr>
          <a:lstStyle/>
          <a:p>
            <a:r>
              <a:rPr lang="en-US" sz="3200" b="1" dirty="0"/>
              <a:t>Where were John’s letters written?</a:t>
            </a:r>
          </a:p>
          <a:p>
            <a:endParaRPr lang="en-US" dirty="0"/>
          </a:p>
          <a:p>
            <a:r>
              <a:rPr lang="en-US" sz="3000" dirty="0"/>
              <a:t>John most likely wrote from Ephesus. The evidence indicates that he moved to Ephesus at the time of the Jewish War (66–70) and ultimately died there.</a:t>
            </a:r>
          </a:p>
          <a:p>
            <a:endParaRPr lang="en-US" dirty="0"/>
          </a:p>
          <a:p>
            <a:r>
              <a:rPr lang="en-US" sz="3200" b="1" dirty="0"/>
              <a:t>When were John’s letters written?</a:t>
            </a:r>
          </a:p>
          <a:p>
            <a:endParaRPr lang="en-US" dirty="0"/>
          </a:p>
          <a:p>
            <a:r>
              <a:rPr lang="en-US" sz="3000" dirty="0"/>
              <a:t>We cautiously date John’s gospel at 80–85 and John’s letters in the early 90s. John likely wrote the letters after his gospel because they refute proto-Gnosticism, which was on the rise at the end of the first century.</a:t>
            </a:r>
          </a:p>
          <a:p>
            <a:pPr lvl="1"/>
            <a:r>
              <a:rPr lang="en-US" dirty="0"/>
              <a:t>  </a:t>
            </a:r>
          </a:p>
          <a:p>
            <a:pPr lvl="1"/>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7082123" y="151024"/>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5028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295" y="1680632"/>
            <a:ext cx="10242319" cy="5177368"/>
          </a:xfrm>
        </p:spPr>
        <p:txBody>
          <a:bodyPr>
            <a:normAutofit lnSpcReduction="10000"/>
          </a:bodyPr>
          <a:lstStyle/>
          <a:p>
            <a:pPr marL="0" indent="0">
              <a:buNone/>
            </a:pPr>
            <a:r>
              <a:rPr lang="en-US" sz="3600" b="1" dirty="0"/>
              <a:t>To whom were John’s letters written?</a:t>
            </a:r>
          </a:p>
          <a:p>
            <a:pPr marL="0" indent="0">
              <a:buNone/>
            </a:pPr>
            <a:endParaRPr lang="en-US" sz="1400" b="1" dirty="0"/>
          </a:p>
          <a:p>
            <a:pPr algn="just">
              <a:buFont typeface="Arial" panose="020B0604020202020204" pitchFamily="34" charset="0"/>
              <a:buChar char="•"/>
            </a:pPr>
            <a:r>
              <a:rPr lang="en-US" dirty="0"/>
              <a:t> In 1 John no addressee is mentioned, and there are no specific greetings or any formal touch such as would normally characterize a first-century letter. It was probably intended for a church or churches.</a:t>
            </a:r>
          </a:p>
          <a:p>
            <a:pPr algn="just">
              <a:buFont typeface="Arial" panose="020B0604020202020204" pitchFamily="34" charset="0"/>
              <a:buChar char="•"/>
            </a:pPr>
            <a:r>
              <a:rPr lang="en-US" dirty="0"/>
              <a:t> The second letter is addressed to “the lady chosen by God and … her children.” This almost certainly refers not to an actual woman and her family but to a local church or churches.</a:t>
            </a:r>
          </a:p>
          <a:p>
            <a:pPr algn="just">
              <a:buFont typeface="Arial" panose="020B0604020202020204" pitchFamily="34" charset="0"/>
              <a:buChar char="•"/>
            </a:pPr>
            <a:r>
              <a:rPr lang="en-US" dirty="0"/>
              <a:t> In his third letter John addresses an individual by the name of Gaius, an exceedingly common name in the Roman Empire.</a:t>
            </a:r>
          </a:p>
          <a:p>
            <a:pPr algn="just">
              <a:buFont typeface="Arial" panose="020B0604020202020204" pitchFamily="34" charset="0"/>
              <a:buChar char="•"/>
            </a:pPr>
            <a:r>
              <a:rPr lang="en-US" dirty="0"/>
              <a:t> The recipients of these letters were probably located somewhere around Ephesus, perhaps including the territory spanned by the seven churches of Revelation 2–3.</a:t>
            </a:r>
          </a:p>
          <a:p>
            <a:pPr lvl="1" algn="just"/>
            <a:r>
              <a:rPr lang="en-US" dirty="0"/>
              <a:t> </a:t>
            </a:r>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7610157" y="282897"/>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09392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0753343" cy="5177368"/>
          </a:xfrm>
        </p:spPr>
        <p:txBody>
          <a:bodyPr>
            <a:normAutofit/>
          </a:bodyPr>
          <a:lstStyle/>
          <a:p>
            <a:r>
              <a:rPr lang="en-US" sz="3900" b="1" dirty="0"/>
              <a:t>Why were John’s letters written?</a:t>
            </a:r>
          </a:p>
          <a:p>
            <a:pPr algn="just">
              <a:lnSpc>
                <a:spcPct val="120000"/>
              </a:lnSpc>
            </a:pPr>
            <a:r>
              <a:rPr lang="en-US" dirty="0"/>
              <a:t>John writes these letters in response to false teaching that is pervading the church (1 John 2:26–27). Some professing believers have already withdrawn (1 John 2:18–19), and John warns his readers about false teachers who are actively trying to deceive them (2:26). John calls the opponents “false prophets” (1 John 4:1), “deceivers” (2 John 7), and “antichrists” (1 John 2:18; 4:3; 2 John 7). </a:t>
            </a:r>
          </a:p>
          <a:p>
            <a:pPr algn="just">
              <a:lnSpc>
                <a:spcPct val="120000"/>
              </a:lnSpc>
            </a:pPr>
            <a:r>
              <a:rPr lang="en-US" dirty="0"/>
              <a:t>He reassures the faithful by (a) explaining the differences between themselves and those who merely profess to be Christians, and (b) giving them grounds for their own assurance and confidence before God (1 John 5:13) at a time when they were being made to feel inferior and spiritually threatened.		</a:t>
            </a:r>
            <a:r>
              <a:rPr lang="en-US" sz="1800" dirty="0"/>
              <a:t> (Carson &amp; Moo)      </a:t>
            </a:r>
            <a:r>
              <a:rPr lang="en-US" sz="28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8060918" y="257140"/>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4630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024967"/>
          </a:xfrm>
        </p:spPr>
        <p:txBody>
          <a:bodyPr>
            <a:normAutofit fontScale="92500" lnSpcReduction="10000"/>
          </a:bodyPr>
          <a:lstStyle/>
          <a:p>
            <a:r>
              <a:rPr lang="en-US" sz="3900" b="1" dirty="0"/>
              <a:t>Why were John’s letters written? </a:t>
            </a:r>
            <a:r>
              <a:rPr lang="en-US" sz="3000" dirty="0"/>
              <a:t>(</a:t>
            </a:r>
            <a:r>
              <a:rPr lang="en-US" sz="3000" i="1" dirty="0"/>
              <a:t>continued</a:t>
            </a:r>
            <a:r>
              <a:rPr lang="en-US" sz="3000" dirty="0"/>
              <a:t>…)</a:t>
            </a:r>
          </a:p>
          <a:p>
            <a:pPr algn="just">
              <a:lnSpc>
                <a:spcPct val="120000"/>
              </a:lnSpc>
            </a:pPr>
            <a:r>
              <a:rPr lang="en-US" dirty="0"/>
              <a:t>The false teachers denied that the human Jesus was the Christ (1 John 2:22–23; 2 John 9; cf. 1 John 4:15) who came in the flesh (1 John 4:2; 2 John 7) and that they were in any sense subject to sin (1 John 1:6–10). This false teaching was probably based on an early form of Gnosticism, a diverse blend of Jewish, Christian, and pagan deviations that views matter as evil and spirit (what is non-material) as good. According to this heresy, people may be delivered from their (evil) flesh by acquiring knowledge (</a:t>
            </a:r>
            <a:r>
              <a:rPr lang="en-US" i="1" dirty="0"/>
              <a:t>gnosis</a:t>
            </a:r>
            <a:r>
              <a:rPr lang="en-US" dirty="0"/>
              <a:t>). Christ was not fully human because then he would possess an evil material body. This is why John stresses that Jesus is Christ come in the flesh. </a:t>
            </a:r>
          </a:p>
          <a:p>
            <a:pPr algn="just">
              <a:lnSpc>
                <a:spcPct val="120000"/>
              </a:lnSpc>
            </a:pPr>
            <a:r>
              <a:rPr lang="en-US" dirty="0"/>
              <a:t>The specific purpose of 2 John is primarily to warn a congregation or house church against admitting traveling teachers who espouse such false teaching. The third letter is perhaps nothing other than a warning against someone who is attempting to appropriate all local authority.</a:t>
            </a:r>
          </a:p>
          <a:p>
            <a:pPr lvl="1" algn="just">
              <a:lnSpc>
                <a:spcPct val="120000"/>
              </a:lnSpc>
            </a:pPr>
            <a:r>
              <a:rPr lang="en-US" dirty="0"/>
              <a:t>    							</a:t>
            </a:r>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2890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024967"/>
          </a:xfrm>
        </p:spPr>
        <p:txBody>
          <a:bodyPr>
            <a:normAutofit lnSpcReduction="10000"/>
          </a:bodyPr>
          <a:lstStyle/>
          <a:p>
            <a:pPr marL="0" indent="0">
              <a:buNone/>
            </a:pPr>
            <a:r>
              <a:rPr lang="en-US" sz="3900" b="1" dirty="0"/>
              <a:t>Historical Background to John’s letters</a:t>
            </a:r>
          </a:p>
          <a:p>
            <a:pPr marL="0" indent="0" algn="just">
              <a:buNone/>
            </a:pPr>
            <a:r>
              <a:rPr lang="en-US" dirty="0"/>
              <a:t>Full-blown Gnosticism almost certainly flowered after the writing of the New Testament. This movement was likely gaining strength when John wrote his letters, so John is most likely refuting an incipient, embryonic, proto-Gnosticism—perhaps one of the following:</a:t>
            </a:r>
          </a:p>
          <a:p>
            <a:pPr algn="just">
              <a:buFont typeface="Arial" panose="020B0604020202020204" pitchFamily="34" charset="0"/>
              <a:buChar char="•"/>
            </a:pPr>
            <a:r>
              <a:rPr lang="en-US" dirty="0"/>
              <a:t> </a:t>
            </a:r>
            <a:r>
              <a:rPr lang="en-US" b="1" dirty="0"/>
              <a:t>Docetism: </a:t>
            </a:r>
            <a:r>
              <a:rPr lang="en-US" dirty="0"/>
              <a:t>This branch of Gnosticism argues that Christ could not actually become flesh (evil by definition) since he is a spirit-being (good by definition). Christ merely appeared to be human.</a:t>
            </a:r>
          </a:p>
          <a:p>
            <a:pPr algn="just">
              <a:buFont typeface="Arial" panose="020B0604020202020204" pitchFamily="34" charset="0"/>
              <a:buChar char="•"/>
            </a:pPr>
            <a:r>
              <a:rPr lang="en-US" dirty="0"/>
              <a:t> </a:t>
            </a:r>
            <a:r>
              <a:rPr lang="en-US" b="1" dirty="0"/>
              <a:t>Cerinthianism: </a:t>
            </a:r>
            <a:r>
              <a:rPr lang="en-US" dirty="0"/>
              <a:t>This branch of Gnosticism is named after the heretic Cerinthus, who distinguished between Jesus and Christ. Jesus was an ordinary human being, and Christ was a divine aeon (i.e., a spiritual power deriving from the supreme deity) who came upon Jesus at his baptism and left him to suffer alone on the cross.</a:t>
            </a:r>
          </a:p>
          <a:p>
            <a:pPr algn="just"/>
            <a:r>
              <a:rPr lang="en-US" dirty="0"/>
              <a:t>These views seem to match the false teaching in John’s letters, although neither matches perfectly.</a:t>
            </a:r>
          </a:p>
          <a:p>
            <a:pPr lvl="1"/>
            <a:r>
              <a:rPr lang="en-US" dirty="0"/>
              <a:t>							</a:t>
            </a:r>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7585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024967"/>
          </a:xfrm>
        </p:spPr>
        <p:txBody>
          <a:bodyPr>
            <a:normAutofit lnSpcReduction="10000"/>
          </a:bodyPr>
          <a:lstStyle/>
          <a:p>
            <a:pPr marL="0" indent="0">
              <a:buNone/>
            </a:pPr>
            <a:r>
              <a:rPr lang="en-US" sz="3600" b="1" dirty="0"/>
              <a:t>How do John’s letters compare with John’s Gospel?</a:t>
            </a:r>
          </a:p>
          <a:p>
            <a:pPr algn="just">
              <a:lnSpc>
                <a:spcPct val="100000"/>
              </a:lnSpc>
            </a:pPr>
            <a:r>
              <a:rPr lang="en-US" dirty="0"/>
              <a:t>Although the letters have some subtle differences, their vision and thought are complementary, not contradictory. The same stark polarities prevail: light and darkness, life and death, truth and falsehood, love and hate. For example, 1 John and John’s gospel speak of salvation similarly: in our unredeemed state we are of “the devil,” who has sinned and lied and murdered “from the beginning” (1 John 3:8 and John 8:44); we are from “the world” (2:16; 4:5 and 8:23; 15:19); therefore, we “sin” and are guilty of sin (3:4; 1:8 and 8:34; 9:41), “walk in the darkness” (1:6; 2:11 and 8:12; 12:35), and are “dead” (3:14 and 5:25). God loved us and sent his Son to be “the Savior of the world” (4:14 and 4:42) so that “we might live” and “have eternal life” (4:9 and 3:15, 16, 36). Believing in his “name” (5:13 and 1:12), we pass “from death to life” (3:14 and 5:24). We “have life” (5:12 and 20:31) from God, for life is “in his Son” (5:11–12 and 1:4). This is what it means to be “born of God” (2:29; 3:9; 4:7; 5:4, 18 and 1:13).</a:t>
            </a:r>
          </a:p>
          <a:p>
            <a:pPr lvl="1"/>
            <a:r>
              <a:rPr lang="en-US" dirty="0"/>
              <a:t>    							</a:t>
            </a:r>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9645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0753343" cy="5177368"/>
          </a:xfrm>
        </p:spPr>
        <p:txBody>
          <a:bodyPr>
            <a:normAutofit/>
          </a:bodyPr>
          <a:lstStyle/>
          <a:p>
            <a:pPr marL="0" indent="0">
              <a:buNone/>
            </a:pPr>
            <a:r>
              <a:rPr lang="en-US" sz="3900" b="1" dirty="0"/>
              <a:t> </a:t>
            </a:r>
            <a:r>
              <a:rPr lang="en-US" sz="4800" b="1" dirty="0"/>
              <a:t>Structure and Outline of 1 John</a:t>
            </a:r>
          </a:p>
          <a:p>
            <a:pPr marL="857250" indent="-857250">
              <a:buAutoNum type="romanUcPeriod"/>
            </a:pPr>
            <a:r>
              <a:rPr lang="en-ZA" sz="3900" dirty="0"/>
              <a:t>Witness to the Word of Life (1:1-4)</a:t>
            </a:r>
          </a:p>
          <a:p>
            <a:pPr marL="857250" indent="-857250">
              <a:buAutoNum type="romanUcPeriod"/>
            </a:pPr>
            <a:r>
              <a:rPr lang="en-ZA" sz="3900" dirty="0"/>
              <a:t>God is Light (1:5-4:6)</a:t>
            </a:r>
          </a:p>
          <a:p>
            <a:pPr marL="857250" indent="-857250">
              <a:buAutoNum type="romanUcPeriod"/>
            </a:pPr>
            <a:r>
              <a:rPr lang="en-ZA" sz="3900" dirty="0"/>
              <a:t>God is Love (4:7-5:12)</a:t>
            </a:r>
          </a:p>
          <a:p>
            <a:pPr marL="857250" indent="-857250">
              <a:buAutoNum type="romanUcPeriod"/>
            </a:pPr>
            <a:r>
              <a:rPr lang="en-ZA" sz="3900" dirty="0"/>
              <a:t>Concluding Assurances and Warnings (5:13-21)</a:t>
            </a:r>
          </a:p>
          <a:p>
            <a:pPr marL="0" indent="0">
              <a:buNone/>
            </a:pPr>
            <a:r>
              <a:rPr lang="en-US" sz="1600" dirty="0"/>
              <a:t>                                                                 	</a:t>
            </a:r>
            <a:r>
              <a:rPr lang="en-US" sz="1800" dirty="0"/>
              <a:t> (</a:t>
            </a:r>
            <a:r>
              <a:rPr lang="en-US" sz="1800" i="1" dirty="0"/>
              <a:t>Letters to the Church: A Survey of Hebrews and the General Epistles</a:t>
            </a:r>
            <a:r>
              <a:rPr lang="en-US" sz="1800" dirty="0"/>
              <a:t>)</a:t>
            </a:r>
            <a:r>
              <a:rPr lang="en-US" sz="16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8782135" y="151024"/>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7916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177368"/>
          </a:xfrm>
        </p:spPr>
        <p:txBody>
          <a:bodyPr>
            <a:normAutofit fontScale="70000" lnSpcReduction="20000"/>
          </a:bodyPr>
          <a:lstStyle/>
          <a:p>
            <a:pPr marL="0" indent="0">
              <a:buNone/>
            </a:pPr>
            <a:r>
              <a:rPr lang="en-US" sz="3900" b="1" dirty="0"/>
              <a:t> </a:t>
            </a:r>
            <a:r>
              <a:rPr lang="en-US" sz="5700" b="1" dirty="0"/>
              <a:t>Conceptual Dualism in 1 John</a:t>
            </a:r>
          </a:p>
          <a:p>
            <a:pPr marL="0" indent="0">
              <a:buNone/>
            </a:pPr>
            <a:endParaRPr lang="en-ZA" sz="3900" b="1" dirty="0"/>
          </a:p>
          <a:p>
            <a:pPr>
              <a:buFont typeface="Arial" panose="020B0604020202020204" pitchFamily="34" charset="0"/>
              <a:buChar char="•"/>
            </a:pPr>
            <a:r>
              <a:rPr lang="en-ZA" sz="3900" b="1" dirty="0"/>
              <a:t> </a:t>
            </a:r>
            <a:r>
              <a:rPr lang="en-ZA" sz="3900" dirty="0"/>
              <a:t>God /world</a:t>
            </a:r>
          </a:p>
          <a:p>
            <a:pPr>
              <a:buFont typeface="Arial" panose="020B0604020202020204" pitchFamily="34" charset="0"/>
              <a:buChar char="•"/>
            </a:pPr>
            <a:r>
              <a:rPr lang="en-ZA" sz="3900" dirty="0"/>
              <a:t> light / darkness</a:t>
            </a:r>
          </a:p>
          <a:p>
            <a:pPr>
              <a:buFont typeface="Arial" panose="020B0604020202020204" pitchFamily="34" charset="0"/>
              <a:buChar char="•"/>
            </a:pPr>
            <a:r>
              <a:rPr lang="en-ZA" sz="3900" dirty="0"/>
              <a:t> truth /lies’ deception</a:t>
            </a:r>
          </a:p>
          <a:p>
            <a:pPr>
              <a:buFont typeface="Arial" panose="020B0604020202020204" pitchFamily="34" charset="0"/>
              <a:buChar char="•"/>
            </a:pPr>
            <a:r>
              <a:rPr lang="en-ZA" sz="3900" dirty="0"/>
              <a:t> Christ /antichrist</a:t>
            </a:r>
          </a:p>
          <a:p>
            <a:pPr>
              <a:buFont typeface="Arial" panose="020B0604020202020204" pitchFamily="34" charset="0"/>
              <a:buChar char="•"/>
            </a:pPr>
            <a:r>
              <a:rPr lang="en-ZA" sz="3900" dirty="0"/>
              <a:t> righteousness /sin</a:t>
            </a:r>
          </a:p>
          <a:p>
            <a:pPr>
              <a:buFont typeface="Arial" panose="020B0604020202020204" pitchFamily="34" charset="0"/>
              <a:buChar char="•"/>
            </a:pPr>
            <a:r>
              <a:rPr lang="en-ZA" sz="3900" dirty="0"/>
              <a:t> children of God /children of the devil</a:t>
            </a:r>
          </a:p>
          <a:p>
            <a:pPr>
              <a:buFont typeface="Arial" panose="020B0604020202020204" pitchFamily="34" charset="0"/>
              <a:buChar char="•"/>
            </a:pPr>
            <a:r>
              <a:rPr lang="en-ZA" sz="3900" dirty="0"/>
              <a:t> eternal life /death</a:t>
            </a:r>
          </a:p>
          <a:p>
            <a:pPr>
              <a:buFont typeface="Arial" panose="020B0604020202020204" pitchFamily="34" charset="0"/>
              <a:buChar char="•"/>
            </a:pPr>
            <a:r>
              <a:rPr lang="en-ZA" sz="3900" dirty="0"/>
              <a:t> love one another /hating the brother</a:t>
            </a:r>
          </a:p>
          <a:p>
            <a:pPr>
              <a:buFont typeface="Arial" panose="020B0604020202020204" pitchFamily="34" charset="0"/>
              <a:buChar char="•"/>
            </a:pPr>
            <a:r>
              <a:rPr lang="en-ZA" sz="3900" dirty="0"/>
              <a:t> remaining /going ahead; beyond</a:t>
            </a:r>
            <a:endParaRPr lang="en-US" sz="1800" dirty="0"/>
          </a:p>
          <a:p>
            <a:pPr lvl="1"/>
            <a:r>
              <a:rPr lang="en-US" sz="1800" dirty="0"/>
              <a:t>                                                                                                                                                                            </a:t>
            </a:r>
            <a:r>
              <a:rPr lang="en-US" sz="2000" dirty="0"/>
              <a:t>   (</a:t>
            </a:r>
            <a:r>
              <a:rPr lang="en-US" sz="2000" i="1" dirty="0"/>
              <a:t>Letters to the Church: A Survey of Hebrews and the General Epistles</a:t>
            </a:r>
            <a:r>
              <a:rPr lang="en-US" sz="2000" dirty="0"/>
              <a:t>)</a:t>
            </a:r>
            <a:r>
              <a:rPr lang="en-US" sz="18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2152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0303098" cy="5177368"/>
          </a:xfrm>
        </p:spPr>
        <p:txBody>
          <a:bodyPr>
            <a:normAutofit fontScale="47500" lnSpcReduction="20000"/>
          </a:bodyPr>
          <a:lstStyle/>
          <a:p>
            <a:pPr marL="0" indent="0">
              <a:buNone/>
            </a:pPr>
            <a:r>
              <a:rPr lang="en-US" sz="8400" b="1" dirty="0"/>
              <a:t>Three Major Topics of 1 John: Christ, Sin, Love</a:t>
            </a:r>
          </a:p>
          <a:p>
            <a:pPr marL="0" indent="0">
              <a:buNone/>
            </a:pPr>
            <a:endParaRPr lang="en-ZA" sz="4800" b="1" dirty="0"/>
          </a:p>
          <a:p>
            <a:pPr>
              <a:buFont typeface="Arial" panose="020B0604020202020204" pitchFamily="34" charset="0"/>
              <a:buChar char="•"/>
            </a:pPr>
            <a:r>
              <a:rPr lang="en-ZA" sz="4800" dirty="0"/>
              <a:t>1:5 -2:2	Christ and our sin</a:t>
            </a:r>
          </a:p>
          <a:p>
            <a:pPr>
              <a:buFont typeface="Arial" panose="020B0604020202020204" pitchFamily="34" charset="0"/>
              <a:buChar char="•"/>
            </a:pPr>
            <a:r>
              <a:rPr lang="en-ZA" sz="4800" dirty="0"/>
              <a:t>2:3-9 		Christ and love for others</a:t>
            </a:r>
          </a:p>
          <a:p>
            <a:pPr>
              <a:buFont typeface="Arial" panose="020B0604020202020204" pitchFamily="34" charset="0"/>
              <a:buChar char="•"/>
            </a:pPr>
            <a:r>
              <a:rPr lang="en-ZA" sz="4800" dirty="0"/>
              <a:t>2:18-27   	Christ and the antichrist</a:t>
            </a:r>
          </a:p>
          <a:p>
            <a:pPr>
              <a:buFont typeface="Arial" panose="020B0604020202020204" pitchFamily="34" charset="0"/>
              <a:buChar char="•"/>
            </a:pPr>
            <a:r>
              <a:rPr lang="en-ZA" sz="4800" dirty="0"/>
              <a:t>3:1-3		love</a:t>
            </a:r>
          </a:p>
          <a:p>
            <a:pPr>
              <a:buFont typeface="Arial" panose="020B0604020202020204" pitchFamily="34" charset="0"/>
              <a:buChar char="•"/>
            </a:pPr>
            <a:r>
              <a:rPr lang="en-ZA" sz="4800" dirty="0"/>
              <a:t>3:4-10 	sin</a:t>
            </a:r>
          </a:p>
          <a:p>
            <a:pPr>
              <a:buFont typeface="Arial" panose="020B0604020202020204" pitchFamily="34" charset="0"/>
              <a:buChar char="•"/>
            </a:pPr>
            <a:r>
              <a:rPr lang="en-ZA" sz="4800" dirty="0"/>
              <a:t>3:11-24 	love</a:t>
            </a:r>
          </a:p>
          <a:p>
            <a:pPr>
              <a:buFont typeface="Arial" panose="020B0604020202020204" pitchFamily="34" charset="0"/>
              <a:buChar char="•"/>
            </a:pPr>
            <a:r>
              <a:rPr lang="en-ZA" sz="4800" dirty="0"/>
              <a:t>4:1-6 		Christ came in the flesh</a:t>
            </a:r>
          </a:p>
          <a:p>
            <a:pPr>
              <a:buFont typeface="Arial" panose="020B0604020202020204" pitchFamily="34" charset="0"/>
              <a:buChar char="•"/>
            </a:pPr>
            <a:r>
              <a:rPr lang="en-ZA" sz="4800" dirty="0"/>
              <a:t>4:7-21 	love</a:t>
            </a:r>
          </a:p>
          <a:p>
            <a:pPr>
              <a:buFont typeface="Arial" panose="020B0604020202020204" pitchFamily="34" charset="0"/>
              <a:buChar char="•"/>
            </a:pPr>
            <a:r>
              <a:rPr lang="en-ZA" sz="4800" dirty="0"/>
              <a:t>5:1-12 	Christ came by water and blood</a:t>
            </a:r>
          </a:p>
          <a:p>
            <a:pPr>
              <a:buFont typeface="Arial" panose="020B0604020202020204" pitchFamily="34" charset="0"/>
              <a:buChar char="•"/>
            </a:pPr>
            <a:r>
              <a:rPr lang="en-ZA" sz="4800" dirty="0"/>
              <a:t>5:16-21 	sin</a:t>
            </a:r>
            <a:endParaRPr lang="en-US" sz="5700" dirty="0"/>
          </a:p>
          <a:p>
            <a:pPr lvl="1">
              <a:buFont typeface="Arial" panose="020B0604020202020204" pitchFamily="34" charset="0"/>
              <a:buChar char="•"/>
            </a:pPr>
            <a:r>
              <a:rPr lang="en-US" sz="1800" dirty="0"/>
              <a:t>                                                                                                                                                                                 </a:t>
            </a:r>
            <a:r>
              <a:rPr lang="en-US" sz="2900" dirty="0"/>
              <a:t>(</a:t>
            </a:r>
            <a:r>
              <a:rPr lang="en-US" sz="2900" i="1" dirty="0"/>
              <a:t>Letters to the Church: A Survey of Hebrews and the General Epistles</a:t>
            </a:r>
            <a:r>
              <a:rPr lang="en-US" sz="2900" dirty="0"/>
              <a:t>)</a:t>
            </a:r>
            <a:r>
              <a:rPr lang="en-US" sz="18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8511679" y="149278"/>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2760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177368"/>
          </a:xfrm>
        </p:spPr>
        <p:txBody>
          <a:bodyPr>
            <a:normAutofit/>
          </a:bodyPr>
          <a:lstStyle/>
          <a:p>
            <a:pPr marL="0" indent="0">
              <a:buNone/>
            </a:pPr>
            <a:r>
              <a:rPr lang="en-ZA" sz="5200" b="1" dirty="0"/>
              <a:t>The Christology of 1 John</a:t>
            </a:r>
            <a:endParaRPr lang="en-ZA" sz="3200" b="1" dirty="0"/>
          </a:p>
          <a:p>
            <a:pPr marL="0" indent="0">
              <a:buNone/>
            </a:pPr>
            <a:endParaRPr lang="en-US" sz="3500" b="1" dirty="0"/>
          </a:p>
          <a:p>
            <a:pPr marL="0" indent="0" algn="just">
              <a:buNone/>
            </a:pPr>
            <a:r>
              <a:rPr lang="en-US" dirty="0"/>
              <a:t>To have the assurance of eternal life, 1 John says one must believe correctly about Jesus Christ. John wants to vigorously defend against any belief that</a:t>
            </a:r>
          </a:p>
          <a:p>
            <a:pPr marL="0" indent="0" algn="just">
              <a:buNone/>
            </a:pPr>
            <a:r>
              <a:rPr lang="en-US" dirty="0"/>
              <a:t>- denies that the man Jesus is the Christ (1 John 2:22; 5:1).</a:t>
            </a:r>
          </a:p>
          <a:p>
            <a:pPr marL="0" indent="0" algn="just">
              <a:buNone/>
            </a:pPr>
            <a:r>
              <a:rPr lang="en-US" dirty="0"/>
              <a:t> - denies that Jesus is the Son of God (1 John 2:23; 3:23; 5:11–12).</a:t>
            </a:r>
          </a:p>
          <a:p>
            <a:pPr algn="just">
              <a:buFontTx/>
              <a:buChar char="-"/>
            </a:pPr>
            <a:r>
              <a:rPr lang="en-US" dirty="0"/>
              <a:t>denies that Christ has come in the flesh (1 John 4:2–3; 2 John 7).</a:t>
            </a:r>
          </a:p>
          <a:p>
            <a:pPr algn="just">
              <a:buFontTx/>
              <a:buChar char="-"/>
            </a:pPr>
            <a:r>
              <a:rPr lang="en-US" sz="2400" dirty="0"/>
              <a:t> denies that Jesus Christ came both by water and blood—a metaphor of debated meaning, but probably a reference to both the baptism and death of Jesus (1 John 5:6).  </a:t>
            </a:r>
          </a:p>
          <a:p>
            <a:r>
              <a:rPr lang="en-US" sz="1900" dirty="0"/>
              <a:t>  					(</a:t>
            </a:r>
            <a:r>
              <a:rPr lang="en-US" sz="1900" i="1" dirty="0"/>
              <a:t>Letters to the Church: A Survey of Hebrews and the General Epistles</a:t>
            </a:r>
            <a:r>
              <a:rPr lang="en-US" sz="19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4603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177368"/>
          </a:xfrm>
        </p:spPr>
        <p:txBody>
          <a:bodyPr>
            <a:normAutofit/>
          </a:bodyPr>
          <a:lstStyle/>
          <a:p>
            <a:pPr marL="0" indent="0">
              <a:buNone/>
            </a:pPr>
            <a:r>
              <a:rPr lang="en-ZA" sz="4800" b="1" dirty="0"/>
              <a:t>The Doctrine of Sin in 1 John</a:t>
            </a:r>
            <a:endParaRPr lang="en-ZA" sz="2800" b="1" dirty="0"/>
          </a:p>
          <a:p>
            <a:pPr marL="0" indent="0">
              <a:buNone/>
            </a:pPr>
            <a:endParaRPr lang="en-US" sz="3500" b="1" dirty="0"/>
          </a:p>
          <a:p>
            <a:pPr algn="just">
              <a:buFont typeface="Arial" panose="020B0604020202020204" pitchFamily="34" charset="0"/>
              <a:buChar char="•"/>
            </a:pPr>
            <a:r>
              <a:rPr lang="en-US" dirty="0"/>
              <a:t> First John teaches that to have reassurance of eternal life, one must deal rightly with sin by confessing it and not denying or rationalizing it. In fact, John’s Christology (what he teaches about Jesus Christ) meets his hamartiology at just this point because Jesus’ death (which John refers to as Jesus’ “blood”) cleanses from confessed sin, provides forgiveness, and sustains fellowship with God the Father—that is, allows us to know God (1 John 1:7–8; 2:2). For assurance of eternal life, it is the death of Jesus that is of crucial significance. And if sin made it necessary for the Word who became a human being to suffer a brutally violent death, then Christians who know that should not take sin lightly.</a:t>
            </a:r>
          </a:p>
          <a:p>
            <a:pPr algn="just">
              <a:buFont typeface="Arial" panose="020B0604020202020204" pitchFamily="34" charset="0"/>
              <a:buChar char="•"/>
            </a:pPr>
            <a:r>
              <a:rPr lang="en-ZA" dirty="0"/>
              <a:t>Three errors in thinking about sin (1 Jn.1:6, 8, 10)</a:t>
            </a:r>
            <a:endParaRPr lang="en-US" dirty="0"/>
          </a:p>
          <a:p>
            <a:pPr lvl="1"/>
            <a:r>
              <a:rPr lang="en-US" sz="1900" dirty="0"/>
              <a:t>				 	(</a:t>
            </a:r>
            <a:r>
              <a:rPr lang="en-US" sz="1900" i="1" dirty="0"/>
              <a:t>Letters to the Church: A Survey of Hebrews and the General Epistles</a:t>
            </a:r>
            <a:r>
              <a:rPr lang="en-US" sz="19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8257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0753343" cy="5177368"/>
          </a:xfrm>
        </p:spPr>
        <p:txBody>
          <a:bodyPr>
            <a:normAutofit/>
          </a:bodyPr>
          <a:lstStyle/>
          <a:p>
            <a:pPr marL="0" indent="0">
              <a:buNone/>
            </a:pPr>
            <a:r>
              <a:rPr lang="en-ZA" sz="4800" b="1" dirty="0"/>
              <a:t>The Doctrine of Love in 1 John</a:t>
            </a:r>
            <a:endParaRPr lang="en-ZA" sz="2800" b="1" dirty="0"/>
          </a:p>
          <a:p>
            <a:pPr marL="0" indent="0">
              <a:buNone/>
            </a:pPr>
            <a:endParaRPr lang="en-US" sz="3500" b="1" dirty="0"/>
          </a:p>
          <a:p>
            <a:pPr>
              <a:buFont typeface="Arial" panose="020B0604020202020204" pitchFamily="34" charset="0"/>
              <a:buChar char="•"/>
            </a:pPr>
            <a:r>
              <a:rPr lang="en-US" dirty="0"/>
              <a:t> </a:t>
            </a:r>
            <a:r>
              <a:rPr lang="en-US" sz="3200" dirty="0"/>
              <a:t>Love is the opposite of sin (1 Jn.3:11, 14)</a:t>
            </a:r>
          </a:p>
          <a:p>
            <a:pPr>
              <a:buFont typeface="Arial" panose="020B0604020202020204" pitchFamily="34" charset="0"/>
              <a:buChar char="•"/>
            </a:pPr>
            <a:r>
              <a:rPr lang="en-ZA" sz="3200" dirty="0"/>
              <a:t>God is love (1 Jn.4:8, 16)</a:t>
            </a:r>
          </a:p>
          <a:p>
            <a:pPr>
              <a:buFont typeface="Arial" panose="020B0604020202020204" pitchFamily="34" charset="0"/>
              <a:buChar char="•"/>
            </a:pPr>
            <a:r>
              <a:rPr lang="en-ZA" sz="3200" dirty="0"/>
              <a:t>Love does not trump holiness (1 Jn.4:7)</a:t>
            </a:r>
          </a:p>
          <a:p>
            <a:pPr>
              <a:buFont typeface="Arial" panose="020B0604020202020204" pitchFamily="34" charset="0"/>
              <a:buChar char="•"/>
            </a:pPr>
            <a:r>
              <a:rPr lang="en-ZA" sz="3200" dirty="0"/>
              <a:t>Love doesn’t trump truth (1 Jn.5:3; 2 Jn.6; 1 Jn.3:16)</a:t>
            </a:r>
            <a:endParaRPr lang="en-US" sz="3200" dirty="0"/>
          </a:p>
          <a:p>
            <a:pPr>
              <a:buFont typeface="Wingdings" panose="05000000000000000000" pitchFamily="2" charset="2"/>
              <a:buChar char="§"/>
            </a:pPr>
            <a:endParaRPr lang="en-US" dirty="0"/>
          </a:p>
          <a:p>
            <a:pPr lvl="1"/>
            <a:r>
              <a:rPr lang="en-US" sz="1900" dirty="0"/>
              <a:t>				(</a:t>
            </a:r>
            <a:r>
              <a:rPr lang="en-US" sz="1900" i="1" dirty="0"/>
              <a:t>Letters to the Church: A Survey of Hebrews and the General Epistles</a:t>
            </a:r>
            <a:r>
              <a:rPr lang="en-US" sz="19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065470" y="257139"/>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3808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177368"/>
          </a:xfrm>
        </p:spPr>
        <p:txBody>
          <a:bodyPr>
            <a:normAutofit fontScale="92500" lnSpcReduction="20000"/>
          </a:bodyPr>
          <a:lstStyle/>
          <a:p>
            <a:r>
              <a:rPr lang="en-US" sz="4800" b="1" dirty="0"/>
              <a:t>The Message of 1 John</a:t>
            </a:r>
            <a:r>
              <a:rPr lang="en-US" sz="5700" b="1" dirty="0"/>
              <a:t> </a:t>
            </a:r>
          </a:p>
          <a:p>
            <a:endParaRPr lang="en-US" b="1" dirty="0"/>
          </a:p>
          <a:p>
            <a:pPr marL="0" indent="0" algn="just">
              <a:buNone/>
            </a:pPr>
            <a:r>
              <a:rPr lang="en-US" sz="2800" dirty="0"/>
              <a:t>Based on the eyewitness testimony about Jesus Christ, 1 John provides reassurance for believers living in troubling times of confusion and doubt. The assurance of eternal life is attained by </a:t>
            </a:r>
          </a:p>
          <a:p>
            <a:pPr marL="514350" indent="-514350" algn="just">
              <a:buAutoNum type="arabicParenBoth"/>
            </a:pPr>
            <a:r>
              <a:rPr lang="en-US" sz="2800" dirty="0"/>
              <a:t>believing rightly about Jesus, the Son of God, who became fully human to atone for sin; </a:t>
            </a:r>
          </a:p>
          <a:p>
            <a:pPr marL="514350" indent="-514350" algn="just">
              <a:buAutoNum type="arabicParenBoth"/>
            </a:pPr>
            <a:r>
              <a:rPr lang="en-US" sz="2800" dirty="0"/>
              <a:t>dealing rightly with sin by calling it what it is, confessing it, and seeking the cleansing of the Lord, not by denying or rationalizing it; and </a:t>
            </a:r>
          </a:p>
          <a:p>
            <a:pPr marL="514350" indent="-514350" algn="just">
              <a:buAutoNum type="arabicParenBoth"/>
            </a:pPr>
            <a:r>
              <a:rPr lang="en-US" sz="2800" dirty="0"/>
              <a:t>loving others as God defines love, which is not a matter of how one feels, but is living by the moral commands of God with a considerate responsiveness to the needs of others, especially those in dire need. </a:t>
            </a:r>
          </a:p>
          <a:p>
            <a:pPr marL="0" indent="0" algn="just">
              <a:buNone/>
            </a:pPr>
            <a:r>
              <a:rPr lang="en-US" sz="2800" dirty="0"/>
              <a:t>This is a message as relevant in our times as when it was first penned.</a:t>
            </a:r>
          </a:p>
          <a:p>
            <a:pPr lvl="1"/>
            <a:r>
              <a:rPr lang="en-US" sz="1900" dirty="0"/>
              <a:t>				 		(</a:t>
            </a:r>
            <a:r>
              <a:rPr lang="en-US" sz="1900" i="1" dirty="0"/>
              <a:t>Letters to the Church: A Survey of Hebrews and the General Epistles</a:t>
            </a:r>
            <a:r>
              <a:rPr lang="en-US" sz="19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9492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177368"/>
          </a:xfrm>
        </p:spPr>
        <p:txBody>
          <a:bodyPr>
            <a:normAutofit fontScale="55000" lnSpcReduction="20000"/>
          </a:bodyPr>
          <a:lstStyle/>
          <a:p>
            <a:pPr marL="0" indent="0">
              <a:buNone/>
            </a:pPr>
            <a:r>
              <a:rPr lang="en-US" sz="7300" b="1" dirty="0"/>
              <a:t>Key Verses in 2 and 3 John</a:t>
            </a:r>
          </a:p>
          <a:p>
            <a:pPr marL="0" indent="0">
              <a:buNone/>
            </a:pPr>
            <a:endParaRPr lang="en-US" sz="4800" b="1" dirty="0"/>
          </a:p>
          <a:p>
            <a:pPr algn="just">
              <a:buFont typeface="Arial" panose="020B0604020202020204" pitchFamily="34" charset="0"/>
              <a:buChar char="•"/>
            </a:pPr>
            <a:r>
              <a:rPr lang="en-US" sz="4800" b="1" dirty="0"/>
              <a:t> 2 John 1:  </a:t>
            </a:r>
            <a:r>
              <a:rPr lang="en-US" sz="4800" dirty="0"/>
              <a:t>The elder, To the lady chosen by God and to her children, whom I love in the truth</a:t>
            </a:r>
          </a:p>
          <a:p>
            <a:pPr algn="just">
              <a:buFont typeface="Arial" panose="020B0604020202020204" pitchFamily="34" charset="0"/>
              <a:buChar char="•"/>
            </a:pPr>
            <a:r>
              <a:rPr lang="en-US" sz="4800" b="1" dirty="0"/>
              <a:t> 2 John 6:  </a:t>
            </a:r>
            <a:r>
              <a:rPr lang="en-US" sz="4800" dirty="0"/>
              <a:t>And this is love: that we walk in obedience to his commands. As you have heard from the beginning, his command is that you walk in love.</a:t>
            </a:r>
          </a:p>
          <a:p>
            <a:pPr algn="just">
              <a:buFont typeface="Arial" panose="020B0604020202020204" pitchFamily="34" charset="0"/>
              <a:buChar char="•"/>
            </a:pPr>
            <a:r>
              <a:rPr lang="en-US" sz="4800" b="1" dirty="0"/>
              <a:t> 2 John 9:  </a:t>
            </a:r>
            <a:r>
              <a:rPr lang="en-US" sz="4800" dirty="0"/>
              <a:t>Anyone who runs ahead and does not continue in the teaching of Christ does not have God; whoever continues in the teaching has both the Father and the Son.</a:t>
            </a:r>
          </a:p>
          <a:p>
            <a:pPr algn="just">
              <a:buFont typeface="Arial" panose="020B0604020202020204" pitchFamily="34" charset="0"/>
              <a:buChar char="•"/>
            </a:pPr>
            <a:r>
              <a:rPr lang="en-US" sz="4800" b="1" dirty="0"/>
              <a:t> 3 John 4: </a:t>
            </a:r>
            <a:r>
              <a:rPr lang="en-US" sz="4800" dirty="0"/>
              <a:t> I have no greater joy than to hear that my children are walking in the truth.</a:t>
            </a:r>
          </a:p>
          <a:p>
            <a:pPr algn="just">
              <a:buFont typeface="Arial" panose="020B0604020202020204" pitchFamily="34" charset="0"/>
              <a:buChar char="•"/>
            </a:pPr>
            <a:r>
              <a:rPr lang="en-US" sz="4800" b="1" dirty="0"/>
              <a:t> 3 John 8:  </a:t>
            </a:r>
            <a:r>
              <a:rPr lang="en-US" sz="4800" dirty="0"/>
              <a:t>We ought therefore to show hospitality to such people so that we may work together for the truth.</a:t>
            </a:r>
          </a:p>
          <a:p>
            <a:pPr algn="just">
              <a:buFont typeface="Arial" panose="020B0604020202020204" pitchFamily="34" charset="0"/>
              <a:buChar char="•"/>
            </a:pPr>
            <a:r>
              <a:rPr lang="en-US" sz="4800" b="1" dirty="0"/>
              <a:t> 3 John 11:  </a:t>
            </a:r>
            <a:r>
              <a:rPr lang="en-US" sz="4800" dirty="0"/>
              <a:t>Dear friend, do not imitate what is evil but what is good. Anyone who does what is good is from God. Anyone who does what is evil has not seen God.</a:t>
            </a:r>
          </a:p>
          <a:p>
            <a:r>
              <a:rPr lang="en-US" sz="1900" dirty="0"/>
              <a:t>			 		                                                        </a:t>
            </a:r>
            <a:r>
              <a:rPr lang="en-US" sz="2900" dirty="0"/>
              <a:t>(</a:t>
            </a:r>
            <a:r>
              <a:rPr lang="en-US" sz="2900" i="1" dirty="0"/>
              <a:t>Letters to the Church: A Survey of Hebrews and the General Epistles</a:t>
            </a:r>
            <a:r>
              <a:rPr lang="en-US" sz="29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33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177368"/>
          </a:xfrm>
        </p:spPr>
        <p:txBody>
          <a:bodyPr>
            <a:normAutofit/>
          </a:bodyPr>
          <a:lstStyle/>
          <a:p>
            <a:pPr marL="0" indent="0">
              <a:buNone/>
            </a:pPr>
            <a:r>
              <a:rPr lang="en-US" sz="5200" b="1" dirty="0"/>
              <a:t>The Message of 2 and 3 John</a:t>
            </a:r>
          </a:p>
          <a:p>
            <a:endParaRPr lang="en-US" dirty="0"/>
          </a:p>
          <a:p>
            <a:pPr marL="0" indent="0" algn="just">
              <a:buNone/>
            </a:pPr>
            <a:r>
              <a:rPr lang="en-US" dirty="0"/>
              <a:t>The letters of 2 and 3 John are two sides of the same issue: when to extend hospitality to itinerant preachers and when to deny it. The elder exhorts the congregation, represented by the “chosen lady and her children,” to deny hospitality to those professing Christians who arrive with a message about Jesus Christ that does not square with the apostolic teaching based on personal eyewitness experience with Jesus (reading 2 John in light of 1 John). But when those sent by the elder are denied hospitality by </a:t>
            </a:r>
            <a:r>
              <a:rPr lang="en-US" dirty="0" err="1"/>
              <a:t>Diotrephes</a:t>
            </a:r>
            <a:r>
              <a:rPr lang="en-US" dirty="0"/>
              <a:t> and the congregation(s) associated with him, the elder writes to Gaius to be reassured that he can count on Gaius to continue to provide the hospitality needed by those sent from the elder.</a:t>
            </a:r>
          </a:p>
          <a:p>
            <a:pPr lvl="1"/>
            <a:r>
              <a:rPr lang="en-US" dirty="0"/>
              <a:t> </a:t>
            </a:r>
            <a:r>
              <a:rPr lang="en-US" sz="1900" dirty="0"/>
              <a:t>	</a:t>
            </a:r>
            <a:r>
              <a:rPr lang="en-US" sz="1300" dirty="0"/>
              <a:t>                                                       		 </a:t>
            </a:r>
            <a:r>
              <a:rPr lang="en-US" sz="1900" dirty="0"/>
              <a:t>(</a:t>
            </a:r>
            <a:r>
              <a:rPr lang="en-US" sz="1900" i="1" dirty="0"/>
              <a:t>Letters to the Church: A Survey of Hebrews and the General Epistles</a:t>
            </a:r>
            <a:r>
              <a:rPr lang="en-US" sz="19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7577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177368"/>
          </a:xfrm>
        </p:spPr>
        <p:txBody>
          <a:bodyPr>
            <a:normAutofit/>
          </a:bodyPr>
          <a:lstStyle/>
          <a:p>
            <a:pPr marL="0" indent="0">
              <a:buNone/>
            </a:pPr>
            <a:r>
              <a:rPr lang="en-US" sz="4000" b="1" dirty="0"/>
              <a:t>3 John’s Cast of Characters</a:t>
            </a:r>
          </a:p>
          <a:p>
            <a:r>
              <a:rPr lang="en-US" dirty="0"/>
              <a:t>	</a:t>
            </a:r>
          </a:p>
          <a:p>
            <a:pPr>
              <a:buFont typeface="Arial" panose="020B0604020202020204" pitchFamily="34" charset="0"/>
              <a:buChar char="•"/>
            </a:pPr>
            <a:r>
              <a:rPr lang="en-US" sz="2800" dirty="0"/>
              <a:t>The elder—author of the note who asserts spiritual authority</a:t>
            </a:r>
          </a:p>
          <a:p>
            <a:pPr>
              <a:buFont typeface="Arial" panose="020B0604020202020204" pitchFamily="34" charset="0"/>
              <a:buChar char="•"/>
            </a:pPr>
            <a:r>
              <a:rPr lang="en-US" sz="2800" dirty="0"/>
              <a:t>Gaius—a dear friend of the elder’s who lives at some distance</a:t>
            </a:r>
          </a:p>
          <a:p>
            <a:pPr>
              <a:buFont typeface="Arial" panose="020B0604020202020204" pitchFamily="34" charset="0"/>
              <a:buChar char="•"/>
            </a:pPr>
            <a:r>
              <a:rPr lang="en-US" sz="2800" dirty="0" err="1"/>
              <a:t>Diotrephes</a:t>
            </a:r>
            <a:r>
              <a:rPr lang="en-US" sz="2800" dirty="0"/>
              <a:t>—a man who has considerable influence over a congregation and who is spreading malicious gossip about the elder</a:t>
            </a:r>
          </a:p>
          <a:p>
            <a:pPr>
              <a:buFont typeface="Arial" panose="020B0604020202020204" pitchFamily="34" charset="0"/>
              <a:buChar char="•"/>
            </a:pPr>
            <a:r>
              <a:rPr lang="en-US" sz="2800" dirty="0"/>
              <a:t>Demetrius—a well-respected man from the elder’s congregation who brings the note to Gaius</a:t>
            </a:r>
          </a:p>
          <a:p>
            <a:pPr>
              <a:buFont typeface="Arial" panose="020B0604020202020204" pitchFamily="34" charset="0"/>
              <a:buChar char="•"/>
            </a:pPr>
            <a:r>
              <a:rPr lang="en-US" sz="2800" dirty="0"/>
              <a:t>Itinerant brothers—missionaries sent from the elder</a:t>
            </a:r>
          </a:p>
          <a:p>
            <a:pPr lvl="1"/>
            <a:r>
              <a:rPr lang="en-US" dirty="0"/>
              <a:t>  </a:t>
            </a:r>
            <a:r>
              <a:rPr lang="en-US" sz="1300" dirty="0"/>
              <a:t>                                                       			 </a:t>
            </a:r>
            <a:r>
              <a:rPr lang="en-US" sz="1900" dirty="0"/>
              <a:t>(</a:t>
            </a:r>
            <a:r>
              <a:rPr lang="en-US" sz="1900" i="1" dirty="0"/>
              <a:t>Letters to the Church: A Survey of Hebrews and the General Epistles</a:t>
            </a:r>
            <a:r>
              <a:rPr lang="en-US" sz="1900" dirty="0"/>
              <a:t>)  </a:t>
            </a:r>
          </a:p>
        </p:txBody>
      </p:sp>
      <p:sp>
        <p:nvSpPr>
          <p:cNvPr id="5" name="Title 4"/>
          <p:cNvSpPr>
            <a:spLocks noGrp="1"/>
          </p:cNvSpPr>
          <p:nvPr>
            <p:ph type="title"/>
          </p:nvPr>
        </p:nvSpPr>
        <p:spPr>
          <a:xfrm>
            <a:off x="676656" y="499533"/>
            <a:ext cx="10753343" cy="1131304"/>
          </a:xfrm>
        </p:spPr>
        <p:txBody>
          <a:bodyPr>
            <a:normAutofit fontScale="90000"/>
          </a:bodyPr>
          <a:lstStyle/>
          <a:p>
            <a:r>
              <a:rPr lang="en-ZA" dirty="0"/>
              <a:t>John’s 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3874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680632"/>
            <a:ext cx="12162780" cy="5024967"/>
          </a:xfrm>
        </p:spPr>
        <p:txBody>
          <a:bodyPr>
            <a:normAutofit/>
          </a:bodyPr>
          <a:lstStyle/>
          <a:p>
            <a:pPr marL="0" indent="0">
              <a:buNone/>
            </a:pPr>
            <a:r>
              <a:rPr lang="en-US" sz="3200" b="1" dirty="0"/>
              <a:t>What Do John’s Letters Contribute to Our Understanding of the Faith?</a:t>
            </a:r>
          </a:p>
          <a:p>
            <a:pPr algn="just">
              <a:buFont typeface="Arial" panose="020B0604020202020204" pitchFamily="34" charset="0"/>
              <a:buChar char="•"/>
            </a:pPr>
            <a:r>
              <a:rPr lang="en-US" dirty="0"/>
              <a:t> </a:t>
            </a:r>
            <a:r>
              <a:rPr lang="en-US" b="1" dirty="0"/>
              <a:t>Non-negotiable doctrine. </a:t>
            </a:r>
            <a:r>
              <a:rPr lang="en-US" dirty="0"/>
              <a:t>It is critically important that the church test all attempts to rearticulate the gospel. The standard is God’s unchanging, non-negotiable gospel revelation. John’s opponents saw themselves as the cutting edge of Christian reflection (2 John 9), but John unflinchingly guards the gospel. This stance has a bearing on what teachings a church will listen to (2 John). At the practical level, whether or not heresy stands behind 3 John, there is no place for petty gurus in the church who will not bow to apostolic admonition and authority.</a:t>
            </a:r>
          </a:p>
          <a:p>
            <a:pPr algn="just">
              <a:buFont typeface="Arial" panose="020B0604020202020204" pitchFamily="34" charset="0"/>
              <a:buChar char="•"/>
            </a:pPr>
            <a:r>
              <a:rPr lang="en-US" dirty="0"/>
              <a:t> </a:t>
            </a:r>
            <a:r>
              <a:rPr lang="en-US" b="1" dirty="0"/>
              <a:t>Assurance. </a:t>
            </a:r>
            <a:r>
              <a:rPr lang="en-US" dirty="0"/>
              <a:t>While other NT writings objectively ground our confidence before God in Christ and his death and resurrection on our behalf, such that Christian assurance accompanies genuine faith, John’s letters distinguish between genuine and spurious faith. Those with genuine faith have assurance before God by (1) the validity of its object—Jesus is Christ come in the flesh—and (2) the transformation it effects in the individual—increased righteousness and love.</a:t>
            </a:r>
          </a:p>
          <a:p>
            <a:pPr lvl="1"/>
            <a:r>
              <a:rPr lang="en-US" dirty="0"/>
              <a:t> 									</a:t>
            </a:r>
            <a:r>
              <a:rPr lang="en-US" sz="2800" dirty="0"/>
              <a:t>		</a:t>
            </a:r>
            <a:r>
              <a:rPr lang="en-US" sz="2000" dirty="0"/>
              <a:t>(Carson &amp; Moo)</a:t>
            </a:r>
            <a:endParaRPr lang="en-US" sz="2800" dirty="0"/>
          </a:p>
        </p:txBody>
      </p:sp>
      <p:sp>
        <p:nvSpPr>
          <p:cNvPr id="5" name="Title 4"/>
          <p:cNvSpPr>
            <a:spLocks noGrp="1"/>
          </p:cNvSpPr>
          <p:nvPr>
            <p:ph type="title"/>
          </p:nvPr>
        </p:nvSpPr>
        <p:spPr>
          <a:xfrm>
            <a:off x="676656" y="499533"/>
            <a:ext cx="10753343" cy="1131304"/>
          </a:xfrm>
        </p:spPr>
        <p:txBody>
          <a:bodyPr>
            <a:normAutofit fontScale="90000"/>
          </a:bodyPr>
          <a:lstStyle/>
          <a:p>
            <a:r>
              <a:rPr lang="en-ZA"/>
              <a:t>John’s </a:t>
            </a:r>
            <a:r>
              <a:rPr lang="en-ZA" dirty="0"/>
              <a:t>Letters</a:t>
            </a:r>
            <a:br>
              <a:rPr lang="en-US" dirty="0"/>
            </a:br>
            <a:endParaRPr lang="en-US" dirty="0"/>
          </a:p>
        </p:txBody>
      </p:sp>
      <p:sp>
        <p:nvSpPr>
          <p:cNvPr id="6" name="Title 1"/>
          <p:cNvSpPr txBox="1">
            <a:spLocks/>
          </p:cNvSpPr>
          <p:nvPr/>
        </p:nvSpPr>
        <p:spPr>
          <a:xfrm>
            <a:off x="1807676" y="-678075"/>
            <a:ext cx="10772775" cy="165819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a:lstStyle>
          <a:p>
            <a:endParaRPr lang="en-US" dirty="0">
              <a:solidFill>
                <a:srgbClr val="50B4C8"/>
              </a:solidFill>
            </a:endParaRPr>
          </a:p>
        </p:txBody>
      </p:sp>
      <p:pic>
        <p:nvPicPr>
          <p:cNvPr id="7" name="Picture 6"/>
          <p:cNvPicPr>
            <a:picLocks noChangeAspect="1" noChangeArrowheads="1"/>
          </p:cNvPicPr>
          <p:nvPr/>
        </p:nvPicPr>
        <p:blipFill>
          <a:blip r:embed="rId2" cstate="print">
            <a:extLst>
              <a:ext uri="{28A0092B-C50C-407E-A947-70E740481C1C}">
                <a14:useLocalDpi xmlns:a14="http://schemas.microsoft.com/office/drawing/2010/main" val="0"/>
              </a:ext>
            </a:extLst>
          </a:blip>
          <a:srcRect l="-592" t="-314" r="-592" b="-314"/>
          <a:stretch>
            <a:fillRect/>
          </a:stretch>
        </p:blipFill>
        <p:spPr bwMode="auto">
          <a:xfrm>
            <a:off x="9786687" y="179866"/>
            <a:ext cx="11652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8262071"/>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otalTime>598</TotalTime>
  <Words>2756</Words>
  <Application>Microsoft Office PowerPoint</Application>
  <PresentationFormat>Widescreen</PresentationFormat>
  <Paragraphs>182</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 Light</vt:lpstr>
      <vt:lpstr>Wingdings</vt:lpstr>
      <vt:lpstr>Metropolitan</vt:lpstr>
      <vt:lpstr> John’s Letters</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lpstr>John’s Letters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General Epistles</dc:title>
  <dc:creator>P. Smuts</dc:creator>
  <cp:lastModifiedBy>P. Smuts</cp:lastModifiedBy>
  <cp:revision>97</cp:revision>
  <dcterms:created xsi:type="dcterms:W3CDTF">2014-10-11T14:03:33Z</dcterms:created>
  <dcterms:modified xsi:type="dcterms:W3CDTF">2019-03-18T15:18:32Z</dcterms:modified>
</cp:coreProperties>
</file>